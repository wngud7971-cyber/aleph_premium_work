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PDS는 Plan–Do–See의 약자입니다. 계획을 세우고 실행을 기록한 뒤 돌아보는 개인 생활 기록 앱입니다. 이번 발표에서는 기록이 흩어져 생기는 불편에서 출발해 어떤 기능을 구현했고, 직접 사용하면서 어떻게 개선했는지 보여드리겠습니다. 발표 화면은 개인 기록이 아닌 시험 데이터입니다.</a:t>
            </a:r>
          </a:p>
          <a:p>
            <a:endParaRPr/>
          </a:p>
          <a:p>
            <a:r>
              <a:t>화면 자료: PDS v1.87 실제 Windows 앱의 달력. 2026.10.19 캡처이며 시험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개발 목적과 사용 환경을 설명하고, 하루의 계획에서 운동·학습·금전 기록, 통계까지 이어지는 사용 흐름을 보여드리겠습니다. 그 뒤 직접 사용하며 결정한 개선 방향과 개발 방식, 검증 결과 및 남은 과제를 설명하겠습니다.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계획과 운동, 학습, 지출을 서로 다른 곳에 적으면 지난 기록을 다시 찾기 번거로웠습니다. 한 날짜에서 계획과 실제 수행, 생활 기록을 연결하는 방식으로 해결하고자 했습니다. 사용 환경은 노트북을 우선했습니다. 창을 필요할 때 열고 평소에는 트레이에 숨겨 두는 사용 방식을 선택했습니다. Windows 앱이라는 이유만으로 웹보다 자원을 적게 쓴다고 단정하지 않으며 CPU와 메모리는 실제로 측정할 과제입니다.</a:t>
            </a:r>
          </a:p>
          <a:p>
            <a:endParaRPr/>
          </a:p>
          <a:p>
            <a:r>
              <a:t>화면 자료: PDS v1.87 학습 모아보기 실제 화면에서 저장한 학습 기록을 펼친 부분을 확대했습니다. 가상 학습 기록을 사용한 시험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아침에 오늘의 우선순위를 계획으로 적고 시간과 메모를 함께 저장합니다. 수행한 계획은 완료로 바꾸고, 하루를 마무리할 때 선택적으로 회고를 남깁니다. 회고는 잘한 점, 아쉬운 점, 다음 행동의 세 칸입니다. 날짜별로 계획 추가·수정·삭제·완료를 관리하고 저장 완료 안내를 확인합니다. 23시 이월은 미완료 계획에만 적용합니다. 운동·학습·금전·회고는 선택한 날짜를 유지하며 늦게 입력했다고 다음 날로 옮기지 않습니다. 양력·음력 반복 기념일과 2025~2027년 공휴일, 선택형 명상 및 미완료 계획 안내도 지원합니다.</a:t>
            </a:r>
          </a:p>
          <a:p>
            <a:endParaRPr/>
          </a:p>
          <a:p>
            <a:r>
              <a:t>화면 자료: PDS v1.87 실제 계획 입력 화면의 제목·시간·메모·저장 영역을 확대했습니다. 시험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운동은 걷기·계단, 러닝, 사이클, 맨몸운동, 구기·라켓의 5개 분류와 22개 종목을 지원합니다. 종목에 맞게 시간이나 횟수, 층수를 직접 입력합니다. 체중과 실제 수행 시간, 지원 강도에 따른 MET로 예상 kcal을 계산합니다. 예시 화면의 체중 75kg, 테니스 30분, MET 6.8은 약 255kcal이며 실제 측정값이 아닌 추정값입니다. 횟수나 층수만으로 kcal을 계산하지 않습니다. 계산 조건이 부족해도 기록은 저장합니다. 풋살은 전체 참여 시간과 실제 경기 시간을 구분해 휴식 시간 전체를 경기 시간으로 계산하지 않도록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기록에는 제목과 내용, 직접 적는 핵심 요약과 선택형 소요 시간을 남깁니다. 파일은 앱이 사본을 보관하고 열어볼 수 있습니다. 원본 파일을 삭제해도 보관한 사본을 사용할 수 있습니다. 자동 분석이나 AI 요약은 포함하지 않습니다. 금전 기록에서는 수입과 지출, 주간·월간 누적 및 소비 유형을 확인합니다. 통신비와 구독료 같은 고정 비용은 매월 지정일에 자동 반영합니다. 적금은 정기적으로 나가는 돈이지만 소비와 구분해 집계합니다. 표의 금액은 시험 예시입니다.</a:t>
            </a:r>
          </a:p>
          <a:p>
            <a:endParaRPr/>
          </a:p>
          <a:p>
            <a:r>
              <a:t>화면 자료: PDS v1.87 학습 입력 실제 화면의 핵심 요약과 파일 첨부 영역 확대. 시험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통계는 주간·월간·요일별로 확인합니다. 연간 그래프에서는 12개월 중 한 가지 지표를 선택해 비교합니다. 화면은 2023년 가상 학습 기록을 사용한 시험 데이터입니다. 3월의 미입력은 선을 연결하지 않고 0분과 구분합니다. 기록 관리에서는 통합 검색과 휴지통, 월간 결산을 제공합니다.</a:t>
            </a:r>
          </a:p>
          <a:p>
            <a:endParaRPr/>
          </a:p>
          <a:p>
            <a:r>
              <a:t>화면 자료: PDS v1.87 연간 그래프 실제 화면. 2023년 가상 학습 기록을 사용한 시험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표는 직접 사용하면서 정한 개선 방향입니다. 여러 외부 사용자에게 검증했다는 뜻은 아닙니다. 소형 모드는 활용도가 낮다고 판단해 없애고 고정 창과 상세 영역에 집중했습니다. 밤늦게 하는 운동도 있으므로 계획의 23시 이월 규칙과 운동 기록 날짜를 분리했습니다. 글꼴과 정렬, 화면 전환을 반복해서 피드백했고 기록 관리는 별도 팝업에서 앱 안으로 옮겼습니다. AI의 제안을 그대로 적용하는 대신 생활 방식에 맞는 선택을 하는 과정이 중요했습니다.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Windows 앱은 C#, .NET 10, WPF로 만들었고 날짜별 기록은 로컬 SQLite에 저장합니다. 첨부 파일은 앱 관리 폴더에 사본을 보관합니다. 백업 파일을 내보내도 원본 기록은 삭제되지 않습니다. 트레이 숨김과 복원, 종료 후 기록 유지도 지원합니다. 저는 필요한 기능과 생활 규칙을 정하고 직접 사용해 결과를 확인했습니다. AI는 요구 정리와 코드 작성·수정, 디자인 검토, 자동 검사 작성을 도왔습니다. 앱 내부에서 AI가 기록을 자동 분석하는 기능을 의미하지는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검사는 개인 기록과 분리한 시험 데이터로 진행했습니다. 최신 WPF 화면·기능 검사 879개에는 전환과 스크롤 검사 58개가 포함됩니다. 별도 버튼 조작 73개, 배율과 창 크기 시뮬레이션 37개, 트레이 동작 7개와 종료 후 재실행도 통과했습니다. 범위가 겹칠 수 있어 수치를 단순 합산하지 않습니다. 기록 처리 검사 390개는 관련 코드와 DLL이 이전 버전과 같음을 확인해 이전 결과를 재사용했습니다. 이 발표 자료를 수정하면서 앱 검사를 새로 수행한 것은 아닙니다. 자동 검사 통과가 모든 PC나 장기 사용에서 오류가 없다는 보장은 아니며 CPU·메모리 사용량과 다른 PC 환경은 추가 확인할 과제입니다.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계획 작성에서 출발해 운동과 학습, 금전 기록을 날짜별로 연결하고 기간별 통계로 돌아보는 Windows 시제품을 구현했습니다. 앞으로는 실제 사용 중의 저장과 복구 안정성을 확인하고 CPU·메모리와 장시간 동작을 측정하며 완성도를 높이겠습니다.</a:t>
            </a:r>
          </a:p>
          <a:p>
            <a:endParaRPr/>
          </a:p>
          <a:p>
            <a:r>
              <a:t>60~90초 시연 순서</a:t>
            </a:r>
          </a:p>
          <a:p>
            <a:r>
              <a:t>1. 시험 데이터에서 계획과 메모 입력 후 저장 완료 확인</a:t>
            </a:r>
          </a:p>
          <a:p>
            <a:r>
              <a:t>2. 계획을 완료로 바꾸고 저장</a:t>
            </a:r>
          </a:p>
          <a:p>
            <a:r>
              <a:t>3. 운동 한 건을 저장하고 같은 기간의 통계 확인</a:t>
            </a:r>
          </a:p>
          <a:p>
            <a:r>
              <a:t>4. 기록 관리에서 검색 또는 12개월 그래프 확인</a:t>
            </a:r>
          </a:p>
          <a:p>
            <a:r>
              <a:t>5. PDS 로고로 캘린더 복귀</a:t>
            </a:r>
          </a:p>
          <a:p>
            <a:r>
              <a:t>시간이 남으면 기념일, 공휴일, 선택형 5분 명상과 미완료 계획 팝업을 짧게 소개합니다.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27D50C2-FC2F-4276-8450-83BE709BBEA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64875E83-2DEA-47AC-8D79-9DBD0D51426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0221105-886A-40F2-B5F7-742292C0FEA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939F6B-77A9-4A31-865F-E7A0E838FA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A939868-8223-4B9C-ABBB-C15D966D45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69487C1-5484-462B-872C-69EEADE02C0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A96A744-6EF7-455B-A06D-047B0F9B40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391F119-A7BA-4FFA-985C-E0C4E0458BD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33B6D45-1806-42DC-91C2-02B9B624AB5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651F437-B638-4ED8-9C6B-0D7E003E244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4F7"/>
        </a:solidFill>
        <a:effectLst/>
      </p:bgPr>
    </p:bg>
    <p:spTree>
      <p:nvGrpSpPr>
        <p:cNvPr id="1" name=""/>
        <p:cNvGrpSpPr/>
        <p:nvPr/>
      </p:nvGrpSpPr>
      <p:grpSpPr>
        <a:xfrm>
          <a:off x="0" y="0"/>
          <a:ext cx="0" cy="0"/>
          <a:chOff x="0" y="0"/>
          <a:chExt cx="0" cy="0"/>
        </a:xfrm>
      </p:grpSpPr>
      <p:sp>
        <p:nvSpPr>
          <p:cNvPr id="11" name="real-screen-frame">
            <a:extLst>
              <a:ext uri="{FF2B5EF4-FFF2-40B4-BE49-F238E27FC236}">
                <a16:creationId xmlns:a16="http://schemas.microsoft.com/office/drawing/2014/main" id="{6BF61E19-E6E4-49CC-85C9-3CAE3721CE0D}"/>
              </a:ext>
            </a:extLst>
          </p:cNvPr>
          <p:cNvSpPr>
            <a:spLocks noGrp="1"/>
          </p:cNvSpPr>
          <p:nvPr/>
        </p:nvSpPr>
        <p:spPr>
          <a:xfrm>
            <a:off x="6096000" y="1485900"/>
            <a:ext cx="5486400" cy="4133762"/>
          </a:xfrm>
          <a:prstGeom prst="roundRect">
            <a:avLst>
              <a:gd name="adj" fmla="val 2765"/>
            </a:avLst>
          </a:prstGeom>
          <a:solidFill>
            <a:srgbClr val="FFFFFF"/>
          </a:solidFill>
          <a:ln w="10478">
            <a:solidFill>
              <a:srgbClr val="D9C5D0"/>
            </a:solidFill>
          </a:ln>
        </p:spPr>
        <p:style>
          <a:lnRef idx="0">
            <a:scrgbClr r="0" g="0" b="0"/>
          </a:lnRef>
          <a:fillRef idx="0">
            <a:scrgbClr r="0" g="0" b="0"/>
          </a:fillRef>
          <a:effectRef idx="11">
            <a:scrgbClr r="0" g="0" b="0"/>
          </a:effectRef>
          <a:fontRef idx="major"/>
        </p:style>
      </p:sp>
      <p:sp>
        <p:nvSpPr>
          <p:cNvPr id="14" name="copy-1">
            <a:extLst>
              <a:ext uri="{FF2B5EF4-FFF2-40B4-BE49-F238E27FC236}">
                <a16:creationId xmlns:a16="http://schemas.microsoft.com/office/drawing/2014/main" id="{297C4B56-BD94-4178-9281-0233F89FF842}"/>
              </a:ext>
            </a:extLst>
          </p:cNvPr>
          <p:cNvSpPr>
            <a:spLocks noGrp="1"/>
          </p:cNvSpPr>
          <p:nvPr/>
        </p:nvSpPr>
        <p:spPr>
          <a:xfrm>
            <a:off x="609600" y="656273"/>
            <a:ext cx="5238750" cy="342900"/>
          </a:xfrm>
          <a:prstGeom prst="rect">
            <a:avLst/>
          </a:prstGeom>
          <a:noFill/>
          <a:ln w="0">
            <a:noFill/>
          </a:ln>
        </p:spPr>
        <p:txBody>
          <a:bodyPr wrap="square" lIns="0" tIns="0" rIns="0" bIns="0" anchor="t">
            <a:noAutofit/>
          </a:bodyPr>
          <a:lstStyle>
            <a:defPPr>
              <a:defRPr sz="1500" b="1">
                <a:solidFill>
                  <a:srgbClr val="5F5665"/>
                </a:solidFill>
                <a:latin typeface="Malgun Gothic"/>
                <a:ea typeface="Malgun Gothic"/>
                <a:cs typeface="Malgun Gothic"/>
              </a:defRPr>
            </a:defPPr>
            <a:lvl1pPr>
              <a:buNone/>
              <a:defRPr sz="1650" b="1">
                <a:solidFill>
                  <a:srgbClr val="8E6077"/>
                </a:solidFill>
                <a:latin typeface="Malgun Gothic"/>
                <a:ea typeface="Malgun Gothic"/>
                <a:cs typeface="Malgun Gothic"/>
              </a:defRPr>
            </a:lvl1pPr>
            <a:lvl2pPr>
              <a:buNone/>
              <a:defRPr sz="1650" b="1">
                <a:solidFill>
                  <a:srgbClr val="8E6077"/>
                </a:solidFill>
                <a:latin typeface="Malgun Gothic"/>
                <a:ea typeface="Malgun Gothic"/>
                <a:cs typeface="Malgun Gothic"/>
              </a:defRPr>
            </a:lvl2pPr>
            <a:lvl3pPr>
              <a:buNone/>
              <a:defRPr sz="1650" b="1">
                <a:solidFill>
                  <a:srgbClr val="8E6077"/>
                </a:solidFill>
                <a:latin typeface="Malgun Gothic"/>
                <a:ea typeface="Malgun Gothic"/>
                <a:cs typeface="Malgun Gothic"/>
              </a:defRPr>
            </a:lvl3pPr>
            <a:lvl4pPr>
              <a:buNone/>
              <a:defRPr sz="1650" b="1">
                <a:solidFill>
                  <a:srgbClr val="8E6077"/>
                </a:solidFill>
                <a:latin typeface="Malgun Gothic"/>
                <a:ea typeface="Malgun Gothic"/>
                <a:cs typeface="Malgun Gothic"/>
              </a:defRPr>
            </a:lvl4pPr>
            <a:lvl5pPr>
              <a:buNone/>
              <a:defRPr sz="1650" b="1">
                <a:solidFill>
                  <a:srgbClr val="8E6077"/>
                </a:solidFill>
                <a:latin typeface="Malgun Gothic"/>
                <a:ea typeface="Malgun Gothic"/>
                <a:cs typeface="Malgun Gothic"/>
              </a:defRPr>
            </a:lvl5pPr>
            <a:lvl6pPr>
              <a:buNone/>
              <a:defRPr sz="1650" b="1">
                <a:solidFill>
                  <a:srgbClr val="8E6077"/>
                </a:solidFill>
                <a:latin typeface="Malgun Gothic"/>
                <a:ea typeface="Malgun Gothic"/>
                <a:cs typeface="Malgun Gothic"/>
              </a:defRPr>
            </a:lvl6pPr>
            <a:lvl7pPr>
              <a:buNone/>
              <a:defRPr sz="1650" b="1">
                <a:solidFill>
                  <a:srgbClr val="8E6077"/>
                </a:solidFill>
                <a:latin typeface="Malgun Gothic"/>
                <a:ea typeface="Malgun Gothic"/>
                <a:cs typeface="Malgun Gothic"/>
              </a:defRPr>
            </a:lvl7pPr>
            <a:lvl8pPr>
              <a:buNone/>
              <a:defRPr sz="1650" b="1">
                <a:solidFill>
                  <a:srgbClr val="8E6077"/>
                </a:solidFill>
                <a:latin typeface="Malgun Gothic"/>
                <a:ea typeface="Malgun Gothic"/>
                <a:cs typeface="Malgun Gothic"/>
              </a:defRPr>
            </a:lvl8pPr>
            <a:lvl9pPr>
              <a:buNone/>
              <a:defRPr sz="1650" b="1">
                <a:solidFill>
                  <a:srgbClr val="8E6077"/>
                </a:solidFill>
                <a:latin typeface="Malgun Gothic"/>
                <a:ea typeface="Malgun Gothic"/>
                <a:cs typeface="Malgun Gothic"/>
              </a:defRPr>
            </a:lvl9pPr>
          </a:lstStyle>
          <a:p>
            <a:pPr>
              <a:buNone/>
              <a:defRPr sz="1500" b="1">
                <a:solidFill>
                  <a:srgbClr val="5F5665"/>
                </a:solidFill>
                <a:latin typeface="Malgun Gothic"/>
                <a:ea typeface="Malgun Gothic"/>
                <a:cs typeface="Malgun Gothic"/>
              </a:defRPr>
            </a:pPr>
            <a:r>
              <a:rPr sz="1500" b="1">
                <a:solidFill>
                  <a:srgbClr val="5F5665"/>
                </a:solidFill>
                <a:latin typeface="Malgun Gothic"/>
                <a:ea typeface="Malgun Gothic"/>
                <a:cs typeface="Malgun Gothic"/>
              </a:rPr>
              <a:t>Windows 개인 생활 기록 앱 · 개발 발표</a:t>
            </a:r>
          </a:p>
        </p:txBody>
      </p:sp>
      <p:sp>
        <p:nvSpPr>
          <p:cNvPr id="2" name="cover-letter-P">
            <a:extLst>
              <a:ext uri="{FF2B5EF4-FFF2-40B4-BE49-F238E27FC236}">
                <a16:creationId xmlns:a16="http://schemas.microsoft.com/office/drawing/2014/main" id="{8366678E-6BCD-4FBB-B5E5-CC01116E9F62}"/>
              </a:ext>
            </a:extLst>
          </p:cNvPr>
          <p:cNvSpPr>
            <a:spLocks noGrp="1"/>
          </p:cNvSpPr>
          <p:nvPr/>
        </p:nvSpPr>
        <p:spPr>
          <a:xfrm>
            <a:off x="542925" y="1371600"/>
            <a:ext cx="1333500" cy="1714500"/>
          </a:xfrm>
          <a:prstGeom prst="rect">
            <a:avLst/>
          </a:prstGeom>
          <a:noFill/>
          <a:ln w="0">
            <a:noFill/>
          </a:ln>
        </p:spPr>
        <p:txBody>
          <a:bodyPr wrap="none" lIns="0" tIns="0" rIns="0" bIns="0" anchor="t">
            <a:noAutofit/>
          </a:bodyPr>
          <a:lstStyle>
            <a:defPPr algn="l">
              <a:defRPr sz="9900" b="1">
                <a:solidFill>
                  <a:srgbClr val="704F64"/>
                </a:solidFill>
                <a:latin typeface="Bahnschrift"/>
                <a:ea typeface="Bahnschrift"/>
                <a:cs typeface="Bahnschrift"/>
              </a:defRPr>
            </a:defPPr>
            <a:lvl1pPr algn="l">
              <a:buNone/>
              <a:defRPr sz="9900" b="1">
                <a:solidFill>
                  <a:srgbClr val="704F64"/>
                </a:solidFill>
                <a:latin typeface="Bahnschrift"/>
                <a:ea typeface="Bahnschrift"/>
                <a:cs typeface="Bahnschrift"/>
              </a:defRPr>
            </a:lvl1pPr>
            <a:lvl2pPr algn="l">
              <a:buNone/>
              <a:defRPr sz="9900" b="1">
                <a:solidFill>
                  <a:srgbClr val="704F64"/>
                </a:solidFill>
                <a:latin typeface="Bahnschrift"/>
                <a:ea typeface="Bahnschrift"/>
                <a:cs typeface="Bahnschrift"/>
              </a:defRPr>
            </a:lvl2pPr>
            <a:lvl3pPr algn="l">
              <a:buNone/>
              <a:defRPr sz="9900" b="1">
                <a:solidFill>
                  <a:srgbClr val="704F64"/>
                </a:solidFill>
                <a:latin typeface="Bahnschrift"/>
                <a:ea typeface="Bahnschrift"/>
                <a:cs typeface="Bahnschrift"/>
              </a:defRPr>
            </a:lvl3pPr>
            <a:lvl4pPr algn="l">
              <a:buNone/>
              <a:defRPr sz="9900" b="1">
                <a:solidFill>
                  <a:srgbClr val="704F64"/>
                </a:solidFill>
                <a:latin typeface="Bahnschrift"/>
                <a:ea typeface="Bahnschrift"/>
                <a:cs typeface="Bahnschrift"/>
              </a:defRPr>
            </a:lvl4pPr>
            <a:lvl5pPr algn="l">
              <a:buNone/>
              <a:defRPr sz="9900" b="1">
                <a:solidFill>
                  <a:srgbClr val="704F64"/>
                </a:solidFill>
                <a:latin typeface="Bahnschrift"/>
                <a:ea typeface="Bahnschrift"/>
                <a:cs typeface="Bahnschrift"/>
              </a:defRPr>
            </a:lvl5pPr>
            <a:lvl6pPr algn="l">
              <a:buNone/>
              <a:defRPr sz="9900" b="1">
                <a:solidFill>
                  <a:srgbClr val="704F64"/>
                </a:solidFill>
                <a:latin typeface="Bahnschrift"/>
                <a:ea typeface="Bahnschrift"/>
                <a:cs typeface="Bahnschrift"/>
              </a:defRPr>
            </a:lvl6pPr>
            <a:lvl7pPr algn="l">
              <a:buNone/>
              <a:defRPr sz="9900" b="1">
                <a:solidFill>
                  <a:srgbClr val="704F64"/>
                </a:solidFill>
                <a:latin typeface="Bahnschrift"/>
                <a:ea typeface="Bahnschrift"/>
                <a:cs typeface="Bahnschrift"/>
              </a:defRPr>
            </a:lvl7pPr>
            <a:lvl8pPr algn="l">
              <a:buNone/>
              <a:defRPr sz="9900" b="1">
                <a:solidFill>
                  <a:srgbClr val="704F64"/>
                </a:solidFill>
                <a:latin typeface="Bahnschrift"/>
                <a:ea typeface="Bahnschrift"/>
                <a:cs typeface="Bahnschrift"/>
              </a:defRPr>
            </a:lvl8pPr>
            <a:lvl9pPr algn="l">
              <a:buNone/>
              <a:defRPr sz="9900" b="1">
                <a:solidFill>
                  <a:srgbClr val="704F64"/>
                </a:solidFill>
                <a:latin typeface="Bahnschrift"/>
                <a:ea typeface="Bahnschrift"/>
                <a:cs typeface="Bahnschrift"/>
              </a:defRPr>
            </a:lvl9pPr>
          </a:lstStyle>
          <a:p>
            <a:pPr algn="l">
              <a:buNone/>
              <a:defRPr sz="9900" b="1">
                <a:solidFill>
                  <a:srgbClr val="704F64"/>
                </a:solidFill>
                <a:latin typeface="Bahnschrift"/>
                <a:ea typeface="Bahnschrift"/>
                <a:cs typeface="Bahnschrift"/>
              </a:defRPr>
            </a:pPr>
            <a:r>
              <a:rPr sz="9900" b="1">
                <a:solidFill>
                  <a:srgbClr val="704F64"/>
                </a:solidFill>
                <a:latin typeface="Bahnschrift"/>
                <a:ea typeface="Bahnschrift"/>
                <a:cs typeface="Bahnschrift"/>
              </a:rPr>
              <a:t>P</a:t>
            </a:r>
          </a:p>
        </p:txBody>
      </p:sp>
      <p:sp>
        <p:nvSpPr>
          <p:cNvPr id="3" name="cover-word-Plan">
            <a:extLst>
              <a:ext uri="{FF2B5EF4-FFF2-40B4-BE49-F238E27FC236}">
                <a16:creationId xmlns:a16="http://schemas.microsoft.com/office/drawing/2014/main" id="{E4A9BE79-DEFF-4000-B806-C607863E2F5D}"/>
              </a:ext>
            </a:extLst>
          </p:cNvPr>
          <p:cNvSpPr>
            <a:spLocks noGrp="1"/>
          </p:cNvSpPr>
          <p:nvPr/>
        </p:nvSpPr>
        <p:spPr>
          <a:xfrm>
            <a:off x="542925" y="3200400"/>
            <a:ext cx="952500" cy="476250"/>
          </a:xfrm>
          <a:prstGeom prst="rect">
            <a:avLst/>
          </a:prstGeom>
          <a:noFill/>
          <a:ln w="0">
            <a:noFill/>
          </a:ln>
        </p:spPr>
        <p:txBody>
          <a:bodyPr wrap="none" lIns="0" tIns="0" rIns="0" bIns="0" anchor="t">
            <a:noAutofit/>
          </a:bodyPr>
          <a:lstStyle>
            <a:defPPr algn="ctr">
              <a:defRPr sz="2200">
                <a:solidFill>
                  <a:srgbClr val="704F64"/>
                </a:solidFill>
                <a:latin typeface="Bahnschrift"/>
                <a:ea typeface="Bahnschrift"/>
                <a:cs typeface="Bahnschrift"/>
              </a:defRPr>
            </a:defPPr>
            <a:lvl1pPr algn="ctr">
              <a:buNone/>
              <a:defRPr sz="2250">
                <a:solidFill>
                  <a:srgbClr val="704F64"/>
                </a:solidFill>
                <a:latin typeface="Bahnschrift"/>
                <a:ea typeface="Bahnschrift"/>
                <a:cs typeface="Bahnschrift"/>
              </a:defRPr>
            </a:lvl1pPr>
            <a:lvl2pPr algn="ctr">
              <a:buNone/>
              <a:defRPr sz="2250">
                <a:solidFill>
                  <a:srgbClr val="704F64"/>
                </a:solidFill>
                <a:latin typeface="Bahnschrift"/>
                <a:ea typeface="Bahnschrift"/>
                <a:cs typeface="Bahnschrift"/>
              </a:defRPr>
            </a:lvl2pPr>
            <a:lvl3pPr algn="ctr">
              <a:buNone/>
              <a:defRPr sz="2250">
                <a:solidFill>
                  <a:srgbClr val="704F64"/>
                </a:solidFill>
                <a:latin typeface="Bahnschrift"/>
                <a:ea typeface="Bahnschrift"/>
                <a:cs typeface="Bahnschrift"/>
              </a:defRPr>
            </a:lvl3pPr>
            <a:lvl4pPr algn="ctr">
              <a:buNone/>
              <a:defRPr sz="2250">
                <a:solidFill>
                  <a:srgbClr val="704F64"/>
                </a:solidFill>
                <a:latin typeface="Bahnschrift"/>
                <a:ea typeface="Bahnschrift"/>
                <a:cs typeface="Bahnschrift"/>
              </a:defRPr>
            </a:lvl4pPr>
            <a:lvl5pPr algn="ctr">
              <a:buNone/>
              <a:defRPr sz="2250">
                <a:solidFill>
                  <a:srgbClr val="704F64"/>
                </a:solidFill>
                <a:latin typeface="Bahnschrift"/>
                <a:ea typeface="Bahnschrift"/>
                <a:cs typeface="Bahnschrift"/>
              </a:defRPr>
            </a:lvl5pPr>
            <a:lvl6pPr algn="ctr">
              <a:buNone/>
              <a:defRPr sz="2250">
                <a:solidFill>
                  <a:srgbClr val="704F64"/>
                </a:solidFill>
                <a:latin typeface="Bahnschrift"/>
                <a:ea typeface="Bahnschrift"/>
                <a:cs typeface="Bahnschrift"/>
              </a:defRPr>
            </a:lvl6pPr>
            <a:lvl7pPr algn="ctr">
              <a:buNone/>
              <a:defRPr sz="2250">
                <a:solidFill>
                  <a:srgbClr val="704F64"/>
                </a:solidFill>
                <a:latin typeface="Bahnschrift"/>
                <a:ea typeface="Bahnschrift"/>
                <a:cs typeface="Bahnschrift"/>
              </a:defRPr>
            </a:lvl7pPr>
            <a:lvl8pPr algn="ctr">
              <a:buNone/>
              <a:defRPr sz="2250">
                <a:solidFill>
                  <a:srgbClr val="704F64"/>
                </a:solidFill>
                <a:latin typeface="Bahnschrift"/>
                <a:ea typeface="Bahnschrift"/>
                <a:cs typeface="Bahnschrift"/>
              </a:defRPr>
            </a:lvl8pPr>
            <a:lvl9pPr algn="ctr">
              <a:buNone/>
              <a:defRPr sz="2250">
                <a:solidFill>
                  <a:srgbClr val="704F64"/>
                </a:solidFill>
                <a:latin typeface="Bahnschrift"/>
                <a:ea typeface="Bahnschrift"/>
                <a:cs typeface="Bahnschrift"/>
              </a:defRPr>
            </a:lvl9pPr>
          </a:lstStyle>
          <a:p>
            <a:pPr algn="ctr">
              <a:buNone/>
              <a:defRPr sz="2200">
                <a:solidFill>
                  <a:srgbClr val="704F64"/>
                </a:solidFill>
                <a:latin typeface="Bahnschrift"/>
                <a:ea typeface="Bahnschrift"/>
                <a:cs typeface="Bahnschrift"/>
              </a:defRPr>
            </a:pPr>
            <a:r>
              <a:rPr sz="2200">
                <a:solidFill>
                  <a:srgbClr val="704F64"/>
                </a:solidFill>
                <a:latin typeface="Bahnschrift"/>
                <a:ea typeface="Bahnschrift"/>
                <a:cs typeface="Bahnschrift"/>
              </a:rPr>
              <a:t>Plan</a:t>
            </a:r>
          </a:p>
        </p:txBody>
      </p:sp>
      <p:sp>
        <p:nvSpPr>
          <p:cNvPr id="4" name="cover-letter-D">
            <a:extLst>
              <a:ext uri="{FF2B5EF4-FFF2-40B4-BE49-F238E27FC236}">
                <a16:creationId xmlns:a16="http://schemas.microsoft.com/office/drawing/2014/main" id="{A8E2A494-5ED1-40F4-B3AF-9919B005905D}"/>
              </a:ext>
            </a:extLst>
          </p:cNvPr>
          <p:cNvSpPr>
            <a:spLocks noGrp="1"/>
          </p:cNvSpPr>
          <p:nvPr/>
        </p:nvSpPr>
        <p:spPr>
          <a:xfrm>
            <a:off x="2457450" y="1371600"/>
            <a:ext cx="1333500" cy="1714500"/>
          </a:xfrm>
          <a:prstGeom prst="rect">
            <a:avLst/>
          </a:prstGeom>
          <a:noFill/>
          <a:ln w="0">
            <a:noFill/>
          </a:ln>
        </p:spPr>
        <p:txBody>
          <a:bodyPr wrap="none" lIns="0" tIns="0" rIns="0" bIns="0" anchor="t">
            <a:noAutofit/>
          </a:bodyPr>
          <a:lstStyle>
            <a:defPPr algn="l">
              <a:defRPr sz="9900" b="1">
                <a:solidFill>
                  <a:srgbClr val="90677F"/>
                </a:solidFill>
                <a:latin typeface="Bahnschrift"/>
                <a:ea typeface="Bahnschrift"/>
                <a:cs typeface="Bahnschrift"/>
              </a:defRPr>
            </a:defPPr>
            <a:lvl1pPr algn="l">
              <a:buNone/>
              <a:defRPr sz="9900" b="1">
                <a:solidFill>
                  <a:srgbClr val="90677F"/>
                </a:solidFill>
                <a:latin typeface="Bahnschrift"/>
                <a:ea typeface="Bahnschrift"/>
                <a:cs typeface="Bahnschrift"/>
              </a:defRPr>
            </a:lvl1pPr>
            <a:lvl2pPr algn="l">
              <a:buNone/>
              <a:defRPr sz="9900" b="1">
                <a:solidFill>
                  <a:srgbClr val="90677F"/>
                </a:solidFill>
                <a:latin typeface="Bahnschrift"/>
                <a:ea typeface="Bahnschrift"/>
                <a:cs typeface="Bahnschrift"/>
              </a:defRPr>
            </a:lvl2pPr>
            <a:lvl3pPr algn="l">
              <a:buNone/>
              <a:defRPr sz="9900" b="1">
                <a:solidFill>
                  <a:srgbClr val="90677F"/>
                </a:solidFill>
                <a:latin typeface="Bahnschrift"/>
                <a:ea typeface="Bahnschrift"/>
                <a:cs typeface="Bahnschrift"/>
              </a:defRPr>
            </a:lvl3pPr>
            <a:lvl4pPr algn="l">
              <a:buNone/>
              <a:defRPr sz="9900" b="1">
                <a:solidFill>
                  <a:srgbClr val="90677F"/>
                </a:solidFill>
                <a:latin typeface="Bahnschrift"/>
                <a:ea typeface="Bahnschrift"/>
                <a:cs typeface="Bahnschrift"/>
              </a:defRPr>
            </a:lvl4pPr>
            <a:lvl5pPr algn="l">
              <a:buNone/>
              <a:defRPr sz="9900" b="1">
                <a:solidFill>
                  <a:srgbClr val="90677F"/>
                </a:solidFill>
                <a:latin typeface="Bahnschrift"/>
                <a:ea typeface="Bahnschrift"/>
                <a:cs typeface="Bahnschrift"/>
              </a:defRPr>
            </a:lvl5pPr>
            <a:lvl6pPr algn="l">
              <a:buNone/>
              <a:defRPr sz="9900" b="1">
                <a:solidFill>
                  <a:srgbClr val="90677F"/>
                </a:solidFill>
                <a:latin typeface="Bahnschrift"/>
                <a:ea typeface="Bahnschrift"/>
                <a:cs typeface="Bahnschrift"/>
              </a:defRPr>
            </a:lvl6pPr>
            <a:lvl7pPr algn="l">
              <a:buNone/>
              <a:defRPr sz="9900" b="1">
                <a:solidFill>
                  <a:srgbClr val="90677F"/>
                </a:solidFill>
                <a:latin typeface="Bahnschrift"/>
                <a:ea typeface="Bahnschrift"/>
                <a:cs typeface="Bahnschrift"/>
              </a:defRPr>
            </a:lvl7pPr>
            <a:lvl8pPr algn="l">
              <a:buNone/>
              <a:defRPr sz="9900" b="1">
                <a:solidFill>
                  <a:srgbClr val="90677F"/>
                </a:solidFill>
                <a:latin typeface="Bahnschrift"/>
                <a:ea typeface="Bahnschrift"/>
                <a:cs typeface="Bahnschrift"/>
              </a:defRPr>
            </a:lvl8pPr>
            <a:lvl9pPr algn="l">
              <a:buNone/>
              <a:defRPr sz="9900" b="1">
                <a:solidFill>
                  <a:srgbClr val="90677F"/>
                </a:solidFill>
                <a:latin typeface="Bahnschrift"/>
                <a:ea typeface="Bahnschrift"/>
                <a:cs typeface="Bahnschrift"/>
              </a:defRPr>
            </a:lvl9pPr>
          </a:lstStyle>
          <a:p>
            <a:pPr algn="l">
              <a:buNone/>
              <a:defRPr sz="9900" b="1">
                <a:solidFill>
                  <a:srgbClr val="90677F"/>
                </a:solidFill>
                <a:latin typeface="Bahnschrift"/>
                <a:ea typeface="Bahnschrift"/>
                <a:cs typeface="Bahnschrift"/>
              </a:defRPr>
            </a:pPr>
            <a:r>
              <a:rPr sz="9900" b="1">
                <a:solidFill>
                  <a:srgbClr val="90677F"/>
                </a:solidFill>
                <a:latin typeface="Bahnschrift"/>
                <a:ea typeface="Bahnschrift"/>
                <a:cs typeface="Bahnschrift"/>
              </a:rPr>
              <a:t>D</a:t>
            </a:r>
          </a:p>
        </p:txBody>
      </p:sp>
      <p:sp>
        <p:nvSpPr>
          <p:cNvPr id="5" name="cover-word-Do">
            <a:extLst>
              <a:ext uri="{FF2B5EF4-FFF2-40B4-BE49-F238E27FC236}">
                <a16:creationId xmlns:a16="http://schemas.microsoft.com/office/drawing/2014/main" id="{B16626DE-00CC-4B50-A73A-891548CC4D65}"/>
              </a:ext>
            </a:extLst>
          </p:cNvPr>
          <p:cNvSpPr>
            <a:spLocks noGrp="1"/>
          </p:cNvSpPr>
          <p:nvPr/>
        </p:nvSpPr>
        <p:spPr>
          <a:xfrm>
            <a:off x="2457450" y="3200400"/>
            <a:ext cx="952500" cy="476250"/>
          </a:xfrm>
          <a:prstGeom prst="rect">
            <a:avLst/>
          </a:prstGeom>
          <a:noFill/>
          <a:ln w="0">
            <a:noFill/>
          </a:ln>
        </p:spPr>
        <p:txBody>
          <a:bodyPr wrap="none" lIns="0" tIns="0" rIns="0" bIns="0" anchor="t">
            <a:noAutofit/>
          </a:bodyPr>
          <a:lstStyle>
            <a:defPPr algn="ctr">
              <a:defRPr sz="2200">
                <a:solidFill>
                  <a:srgbClr val="90677F"/>
                </a:solidFill>
                <a:latin typeface="Bahnschrift"/>
                <a:ea typeface="Bahnschrift"/>
                <a:cs typeface="Bahnschrift"/>
              </a:defRPr>
            </a:defPPr>
            <a:lvl1pPr algn="ctr">
              <a:buNone/>
              <a:defRPr sz="2250">
                <a:solidFill>
                  <a:srgbClr val="90677F"/>
                </a:solidFill>
                <a:latin typeface="Bahnschrift"/>
                <a:ea typeface="Bahnschrift"/>
                <a:cs typeface="Bahnschrift"/>
              </a:defRPr>
            </a:lvl1pPr>
            <a:lvl2pPr algn="ctr">
              <a:buNone/>
              <a:defRPr sz="2250">
                <a:solidFill>
                  <a:srgbClr val="90677F"/>
                </a:solidFill>
                <a:latin typeface="Bahnschrift"/>
                <a:ea typeface="Bahnschrift"/>
                <a:cs typeface="Bahnschrift"/>
              </a:defRPr>
            </a:lvl2pPr>
            <a:lvl3pPr algn="ctr">
              <a:buNone/>
              <a:defRPr sz="2250">
                <a:solidFill>
                  <a:srgbClr val="90677F"/>
                </a:solidFill>
                <a:latin typeface="Bahnschrift"/>
                <a:ea typeface="Bahnschrift"/>
                <a:cs typeface="Bahnschrift"/>
              </a:defRPr>
            </a:lvl3pPr>
            <a:lvl4pPr algn="ctr">
              <a:buNone/>
              <a:defRPr sz="2250">
                <a:solidFill>
                  <a:srgbClr val="90677F"/>
                </a:solidFill>
                <a:latin typeface="Bahnschrift"/>
                <a:ea typeface="Bahnschrift"/>
                <a:cs typeface="Bahnschrift"/>
              </a:defRPr>
            </a:lvl4pPr>
            <a:lvl5pPr algn="ctr">
              <a:buNone/>
              <a:defRPr sz="2250">
                <a:solidFill>
                  <a:srgbClr val="90677F"/>
                </a:solidFill>
                <a:latin typeface="Bahnschrift"/>
                <a:ea typeface="Bahnschrift"/>
                <a:cs typeface="Bahnschrift"/>
              </a:defRPr>
            </a:lvl5pPr>
            <a:lvl6pPr algn="ctr">
              <a:buNone/>
              <a:defRPr sz="2250">
                <a:solidFill>
                  <a:srgbClr val="90677F"/>
                </a:solidFill>
                <a:latin typeface="Bahnschrift"/>
                <a:ea typeface="Bahnschrift"/>
                <a:cs typeface="Bahnschrift"/>
              </a:defRPr>
            </a:lvl6pPr>
            <a:lvl7pPr algn="ctr">
              <a:buNone/>
              <a:defRPr sz="2250">
                <a:solidFill>
                  <a:srgbClr val="90677F"/>
                </a:solidFill>
                <a:latin typeface="Bahnschrift"/>
                <a:ea typeface="Bahnschrift"/>
                <a:cs typeface="Bahnschrift"/>
              </a:defRPr>
            </a:lvl7pPr>
            <a:lvl8pPr algn="ctr">
              <a:buNone/>
              <a:defRPr sz="2250">
                <a:solidFill>
                  <a:srgbClr val="90677F"/>
                </a:solidFill>
                <a:latin typeface="Bahnschrift"/>
                <a:ea typeface="Bahnschrift"/>
                <a:cs typeface="Bahnschrift"/>
              </a:defRPr>
            </a:lvl8pPr>
            <a:lvl9pPr algn="ctr">
              <a:buNone/>
              <a:defRPr sz="2250">
                <a:solidFill>
                  <a:srgbClr val="90677F"/>
                </a:solidFill>
                <a:latin typeface="Bahnschrift"/>
                <a:ea typeface="Bahnschrift"/>
                <a:cs typeface="Bahnschrift"/>
              </a:defRPr>
            </a:lvl9pPr>
          </a:lstStyle>
          <a:p>
            <a:pPr algn="ctr">
              <a:buNone/>
              <a:defRPr sz="2200">
                <a:solidFill>
                  <a:srgbClr val="90677F"/>
                </a:solidFill>
                <a:latin typeface="Bahnschrift"/>
                <a:ea typeface="Bahnschrift"/>
                <a:cs typeface="Bahnschrift"/>
              </a:defRPr>
            </a:pPr>
            <a:r>
              <a:rPr sz="2200">
                <a:solidFill>
                  <a:srgbClr val="90677F"/>
                </a:solidFill>
                <a:latin typeface="Bahnschrift"/>
                <a:ea typeface="Bahnschrift"/>
                <a:cs typeface="Bahnschrift"/>
              </a:rPr>
              <a:t>Do</a:t>
            </a:r>
          </a:p>
        </p:txBody>
      </p:sp>
      <p:sp>
        <p:nvSpPr>
          <p:cNvPr id="6" name="cover-letter-S">
            <a:extLst>
              <a:ext uri="{FF2B5EF4-FFF2-40B4-BE49-F238E27FC236}">
                <a16:creationId xmlns:a16="http://schemas.microsoft.com/office/drawing/2014/main" id="{83591463-1C50-4D23-A691-CAC31A573A46}"/>
              </a:ext>
            </a:extLst>
          </p:cNvPr>
          <p:cNvSpPr>
            <a:spLocks noGrp="1"/>
          </p:cNvSpPr>
          <p:nvPr/>
        </p:nvSpPr>
        <p:spPr>
          <a:xfrm>
            <a:off x="4371975" y="1371600"/>
            <a:ext cx="1333500" cy="1714500"/>
          </a:xfrm>
          <a:prstGeom prst="rect">
            <a:avLst/>
          </a:prstGeom>
          <a:noFill/>
          <a:ln w="0">
            <a:noFill/>
          </a:ln>
        </p:spPr>
        <p:txBody>
          <a:bodyPr wrap="none" lIns="0" tIns="0" rIns="0" bIns="0" anchor="t">
            <a:noAutofit/>
          </a:bodyPr>
          <a:lstStyle>
            <a:defPPr algn="l">
              <a:defRPr sz="9900" b="1">
                <a:solidFill>
                  <a:srgbClr val="A27690"/>
                </a:solidFill>
                <a:latin typeface="Bahnschrift"/>
                <a:ea typeface="Bahnschrift"/>
                <a:cs typeface="Bahnschrift"/>
              </a:defRPr>
            </a:defPPr>
            <a:lvl1pPr algn="l">
              <a:buNone/>
              <a:defRPr sz="9900" b="1">
                <a:solidFill>
                  <a:srgbClr val="A27690"/>
                </a:solidFill>
                <a:latin typeface="Bahnschrift"/>
                <a:ea typeface="Bahnschrift"/>
                <a:cs typeface="Bahnschrift"/>
              </a:defRPr>
            </a:lvl1pPr>
            <a:lvl2pPr algn="l">
              <a:buNone/>
              <a:defRPr sz="9900" b="1">
                <a:solidFill>
                  <a:srgbClr val="A27690"/>
                </a:solidFill>
                <a:latin typeface="Bahnschrift"/>
                <a:ea typeface="Bahnschrift"/>
                <a:cs typeface="Bahnschrift"/>
              </a:defRPr>
            </a:lvl2pPr>
            <a:lvl3pPr algn="l">
              <a:buNone/>
              <a:defRPr sz="9900" b="1">
                <a:solidFill>
                  <a:srgbClr val="A27690"/>
                </a:solidFill>
                <a:latin typeface="Bahnschrift"/>
                <a:ea typeface="Bahnschrift"/>
                <a:cs typeface="Bahnschrift"/>
              </a:defRPr>
            </a:lvl3pPr>
            <a:lvl4pPr algn="l">
              <a:buNone/>
              <a:defRPr sz="9900" b="1">
                <a:solidFill>
                  <a:srgbClr val="A27690"/>
                </a:solidFill>
                <a:latin typeface="Bahnschrift"/>
                <a:ea typeface="Bahnschrift"/>
                <a:cs typeface="Bahnschrift"/>
              </a:defRPr>
            </a:lvl4pPr>
            <a:lvl5pPr algn="l">
              <a:buNone/>
              <a:defRPr sz="9900" b="1">
                <a:solidFill>
                  <a:srgbClr val="A27690"/>
                </a:solidFill>
                <a:latin typeface="Bahnschrift"/>
                <a:ea typeface="Bahnschrift"/>
                <a:cs typeface="Bahnschrift"/>
              </a:defRPr>
            </a:lvl5pPr>
            <a:lvl6pPr algn="l">
              <a:buNone/>
              <a:defRPr sz="9900" b="1">
                <a:solidFill>
                  <a:srgbClr val="A27690"/>
                </a:solidFill>
                <a:latin typeface="Bahnschrift"/>
                <a:ea typeface="Bahnschrift"/>
                <a:cs typeface="Bahnschrift"/>
              </a:defRPr>
            </a:lvl6pPr>
            <a:lvl7pPr algn="l">
              <a:buNone/>
              <a:defRPr sz="9900" b="1">
                <a:solidFill>
                  <a:srgbClr val="A27690"/>
                </a:solidFill>
                <a:latin typeface="Bahnschrift"/>
                <a:ea typeface="Bahnschrift"/>
                <a:cs typeface="Bahnschrift"/>
              </a:defRPr>
            </a:lvl7pPr>
            <a:lvl8pPr algn="l">
              <a:buNone/>
              <a:defRPr sz="9900" b="1">
                <a:solidFill>
                  <a:srgbClr val="A27690"/>
                </a:solidFill>
                <a:latin typeface="Bahnschrift"/>
                <a:ea typeface="Bahnschrift"/>
                <a:cs typeface="Bahnschrift"/>
              </a:defRPr>
            </a:lvl8pPr>
            <a:lvl9pPr algn="l">
              <a:buNone/>
              <a:defRPr sz="9900" b="1">
                <a:solidFill>
                  <a:srgbClr val="A27690"/>
                </a:solidFill>
                <a:latin typeface="Bahnschrift"/>
                <a:ea typeface="Bahnschrift"/>
                <a:cs typeface="Bahnschrift"/>
              </a:defRPr>
            </a:lvl9pPr>
          </a:lstStyle>
          <a:p>
            <a:pPr algn="l">
              <a:buNone/>
              <a:defRPr sz="9900" b="1">
                <a:solidFill>
                  <a:srgbClr val="A27690"/>
                </a:solidFill>
                <a:latin typeface="Bahnschrift"/>
                <a:ea typeface="Bahnschrift"/>
                <a:cs typeface="Bahnschrift"/>
              </a:defRPr>
            </a:pPr>
            <a:r>
              <a:rPr sz="9900" b="1">
                <a:solidFill>
                  <a:srgbClr val="A27690"/>
                </a:solidFill>
                <a:latin typeface="Bahnschrift"/>
                <a:ea typeface="Bahnschrift"/>
                <a:cs typeface="Bahnschrift"/>
              </a:rPr>
              <a:t>S</a:t>
            </a:r>
          </a:p>
        </p:txBody>
      </p:sp>
      <p:sp>
        <p:nvSpPr>
          <p:cNvPr id="7" name="cover-word-See">
            <a:extLst>
              <a:ext uri="{FF2B5EF4-FFF2-40B4-BE49-F238E27FC236}">
                <a16:creationId xmlns:a16="http://schemas.microsoft.com/office/drawing/2014/main" id="{2C580E15-608C-4A97-AB19-FC4FA93CD2D8}"/>
              </a:ext>
            </a:extLst>
          </p:cNvPr>
          <p:cNvSpPr>
            <a:spLocks noGrp="1"/>
          </p:cNvSpPr>
          <p:nvPr/>
        </p:nvSpPr>
        <p:spPr>
          <a:xfrm>
            <a:off x="4371975" y="3200400"/>
            <a:ext cx="952500" cy="476250"/>
          </a:xfrm>
          <a:prstGeom prst="rect">
            <a:avLst/>
          </a:prstGeom>
          <a:noFill/>
          <a:ln w="0">
            <a:noFill/>
          </a:ln>
        </p:spPr>
        <p:txBody>
          <a:bodyPr wrap="none" lIns="0" tIns="0" rIns="0" bIns="0" anchor="t">
            <a:noAutofit/>
          </a:bodyPr>
          <a:lstStyle>
            <a:defPPr algn="ctr">
              <a:defRPr sz="2200">
                <a:solidFill>
                  <a:srgbClr val="A27690"/>
                </a:solidFill>
                <a:latin typeface="Bahnschrift"/>
                <a:ea typeface="Bahnschrift"/>
                <a:cs typeface="Bahnschrift"/>
              </a:defRPr>
            </a:defPPr>
            <a:lvl1pPr algn="ctr">
              <a:buNone/>
              <a:defRPr sz="2250">
                <a:solidFill>
                  <a:srgbClr val="A27690"/>
                </a:solidFill>
                <a:latin typeface="Bahnschrift"/>
                <a:ea typeface="Bahnschrift"/>
                <a:cs typeface="Bahnschrift"/>
              </a:defRPr>
            </a:lvl1pPr>
            <a:lvl2pPr algn="ctr">
              <a:buNone/>
              <a:defRPr sz="2250">
                <a:solidFill>
                  <a:srgbClr val="A27690"/>
                </a:solidFill>
                <a:latin typeface="Bahnschrift"/>
                <a:ea typeface="Bahnschrift"/>
                <a:cs typeface="Bahnschrift"/>
              </a:defRPr>
            </a:lvl2pPr>
            <a:lvl3pPr algn="ctr">
              <a:buNone/>
              <a:defRPr sz="2250">
                <a:solidFill>
                  <a:srgbClr val="A27690"/>
                </a:solidFill>
                <a:latin typeface="Bahnschrift"/>
                <a:ea typeface="Bahnschrift"/>
                <a:cs typeface="Bahnschrift"/>
              </a:defRPr>
            </a:lvl3pPr>
            <a:lvl4pPr algn="ctr">
              <a:buNone/>
              <a:defRPr sz="2250">
                <a:solidFill>
                  <a:srgbClr val="A27690"/>
                </a:solidFill>
                <a:latin typeface="Bahnschrift"/>
                <a:ea typeface="Bahnschrift"/>
                <a:cs typeface="Bahnschrift"/>
              </a:defRPr>
            </a:lvl4pPr>
            <a:lvl5pPr algn="ctr">
              <a:buNone/>
              <a:defRPr sz="2250">
                <a:solidFill>
                  <a:srgbClr val="A27690"/>
                </a:solidFill>
                <a:latin typeface="Bahnschrift"/>
                <a:ea typeface="Bahnschrift"/>
                <a:cs typeface="Bahnschrift"/>
              </a:defRPr>
            </a:lvl5pPr>
            <a:lvl6pPr algn="ctr">
              <a:buNone/>
              <a:defRPr sz="2250">
                <a:solidFill>
                  <a:srgbClr val="A27690"/>
                </a:solidFill>
                <a:latin typeface="Bahnschrift"/>
                <a:ea typeface="Bahnschrift"/>
                <a:cs typeface="Bahnschrift"/>
              </a:defRPr>
            </a:lvl6pPr>
            <a:lvl7pPr algn="ctr">
              <a:buNone/>
              <a:defRPr sz="2250">
                <a:solidFill>
                  <a:srgbClr val="A27690"/>
                </a:solidFill>
                <a:latin typeface="Bahnschrift"/>
                <a:ea typeface="Bahnschrift"/>
                <a:cs typeface="Bahnschrift"/>
              </a:defRPr>
            </a:lvl7pPr>
            <a:lvl8pPr algn="ctr">
              <a:buNone/>
              <a:defRPr sz="2250">
                <a:solidFill>
                  <a:srgbClr val="A27690"/>
                </a:solidFill>
                <a:latin typeface="Bahnschrift"/>
                <a:ea typeface="Bahnschrift"/>
                <a:cs typeface="Bahnschrift"/>
              </a:defRPr>
            </a:lvl8pPr>
            <a:lvl9pPr algn="ctr">
              <a:buNone/>
              <a:defRPr sz="2250">
                <a:solidFill>
                  <a:srgbClr val="A27690"/>
                </a:solidFill>
                <a:latin typeface="Bahnschrift"/>
                <a:ea typeface="Bahnschrift"/>
                <a:cs typeface="Bahnschrift"/>
              </a:defRPr>
            </a:lvl9pPr>
          </a:lstStyle>
          <a:p>
            <a:pPr algn="ctr">
              <a:buNone/>
              <a:defRPr sz="2200">
                <a:solidFill>
                  <a:srgbClr val="A27690"/>
                </a:solidFill>
                <a:latin typeface="Bahnschrift"/>
                <a:ea typeface="Bahnschrift"/>
                <a:cs typeface="Bahnschrift"/>
              </a:defRPr>
            </a:pPr>
            <a:r>
              <a:rPr sz="2200">
                <a:solidFill>
                  <a:srgbClr val="A27690"/>
                </a:solidFill>
                <a:latin typeface="Bahnschrift"/>
                <a:ea typeface="Bahnschrift"/>
                <a:cs typeface="Bahnschrift"/>
              </a:rPr>
              <a:t>See</a:t>
            </a:r>
          </a:p>
        </p:txBody>
      </p:sp>
      <p:sp>
        <p:nvSpPr>
          <p:cNvPr id="8" name="copy-2">
            <a:extLst>
              <a:ext uri="{FF2B5EF4-FFF2-40B4-BE49-F238E27FC236}">
                <a16:creationId xmlns:a16="http://schemas.microsoft.com/office/drawing/2014/main" id="{5AE9927A-6BDB-4D1B-8825-8B7F0E868537}"/>
              </a:ext>
            </a:extLst>
          </p:cNvPr>
          <p:cNvSpPr>
            <a:spLocks noGrp="1"/>
          </p:cNvSpPr>
          <p:nvPr/>
        </p:nvSpPr>
        <p:spPr>
          <a:xfrm>
            <a:off x="609600" y="3943350"/>
            <a:ext cx="4953000" cy="100965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계획을 세우고, 실행하고,</a:t>
            </a:r>
          </a:p>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하루를 돌아보는 개인 기록 앱</a:t>
            </a:r>
          </a:p>
        </p:txBody>
      </p:sp>
      <p:sp>
        <p:nvSpPr>
          <p:cNvPr id="9" name="copy-3">
            <a:extLst>
              <a:ext uri="{FF2B5EF4-FFF2-40B4-BE49-F238E27FC236}">
                <a16:creationId xmlns:a16="http://schemas.microsoft.com/office/drawing/2014/main" id="{97821BE1-7836-4A8E-A29B-5A98FD81B78E}"/>
              </a:ext>
            </a:extLst>
          </p:cNvPr>
          <p:cNvSpPr>
            <a:spLocks noGrp="1"/>
          </p:cNvSpPr>
          <p:nvPr/>
        </p:nvSpPr>
        <p:spPr>
          <a:xfrm>
            <a:off x="609600" y="5534025"/>
            <a:ext cx="4953000" cy="352425"/>
          </a:xfrm>
          <a:prstGeom prst="rect">
            <a:avLst/>
          </a:prstGeom>
          <a:noFill/>
          <a:ln w="0">
            <a:noFill/>
          </a:ln>
        </p:spPr>
        <p:txBody>
          <a:bodyPr wrap="none" lIns="0" tIns="0" rIns="0" bIns="0" anchor="ctr">
            <a:noAutofit/>
          </a:bodyPr>
          <a:lstStyle>
            <a:defPPr>
              <a:defRPr sz="1800" b="1">
                <a:solidFill>
                  <a:srgbClr val="37313D"/>
                </a:solidFill>
                <a:latin typeface="Malgun Gothic"/>
                <a:ea typeface="Malgun Gothic"/>
                <a:cs typeface="Malgun Gothic"/>
              </a:defRPr>
            </a:defPPr>
            <a:lvl1pPr>
              <a:buNone/>
              <a:defRPr sz="1875" b="1">
                <a:solidFill>
                  <a:srgbClr val="37313D"/>
                </a:solidFill>
                <a:latin typeface="Malgun Gothic"/>
                <a:ea typeface="Malgun Gothic"/>
                <a:cs typeface="Malgun Gothic"/>
              </a:defRPr>
            </a:lvl1pPr>
            <a:lvl2pPr>
              <a:buNone/>
              <a:defRPr sz="1875" b="1">
                <a:solidFill>
                  <a:srgbClr val="37313D"/>
                </a:solidFill>
                <a:latin typeface="Malgun Gothic"/>
                <a:ea typeface="Malgun Gothic"/>
                <a:cs typeface="Malgun Gothic"/>
              </a:defRPr>
            </a:lvl2pPr>
            <a:lvl3pPr>
              <a:buNone/>
              <a:defRPr sz="1875" b="1">
                <a:solidFill>
                  <a:srgbClr val="37313D"/>
                </a:solidFill>
                <a:latin typeface="Malgun Gothic"/>
                <a:ea typeface="Malgun Gothic"/>
                <a:cs typeface="Malgun Gothic"/>
              </a:defRPr>
            </a:lvl3pPr>
            <a:lvl4pPr>
              <a:buNone/>
              <a:defRPr sz="1875" b="1">
                <a:solidFill>
                  <a:srgbClr val="37313D"/>
                </a:solidFill>
                <a:latin typeface="Malgun Gothic"/>
                <a:ea typeface="Malgun Gothic"/>
                <a:cs typeface="Malgun Gothic"/>
              </a:defRPr>
            </a:lvl4pPr>
            <a:lvl5pPr>
              <a:buNone/>
              <a:defRPr sz="1875" b="1">
                <a:solidFill>
                  <a:srgbClr val="37313D"/>
                </a:solidFill>
                <a:latin typeface="Malgun Gothic"/>
                <a:ea typeface="Malgun Gothic"/>
                <a:cs typeface="Malgun Gothic"/>
              </a:defRPr>
            </a:lvl5pPr>
            <a:lvl6pPr>
              <a:buNone/>
              <a:defRPr sz="1875" b="1">
                <a:solidFill>
                  <a:srgbClr val="37313D"/>
                </a:solidFill>
                <a:latin typeface="Malgun Gothic"/>
                <a:ea typeface="Malgun Gothic"/>
                <a:cs typeface="Malgun Gothic"/>
              </a:defRPr>
            </a:lvl6pPr>
            <a:lvl7pPr>
              <a:buNone/>
              <a:defRPr sz="1875" b="1">
                <a:solidFill>
                  <a:srgbClr val="37313D"/>
                </a:solidFill>
                <a:latin typeface="Malgun Gothic"/>
                <a:ea typeface="Malgun Gothic"/>
                <a:cs typeface="Malgun Gothic"/>
              </a:defRPr>
            </a:lvl7pPr>
            <a:lvl8pPr>
              <a:buNone/>
              <a:defRPr sz="1875" b="1">
                <a:solidFill>
                  <a:srgbClr val="37313D"/>
                </a:solidFill>
                <a:latin typeface="Malgun Gothic"/>
                <a:ea typeface="Malgun Gothic"/>
                <a:cs typeface="Malgun Gothic"/>
              </a:defRPr>
            </a:lvl8pPr>
            <a:lvl9pPr>
              <a:buNone/>
              <a:defRPr sz="1875"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발표자: 배주형</a:t>
            </a:r>
          </a:p>
        </p:txBody>
      </p:sp>
      <p:sp>
        <p:nvSpPr>
          <p:cNvPr id="10" name="copy-4">
            <a:extLst>
              <a:ext uri="{FF2B5EF4-FFF2-40B4-BE49-F238E27FC236}">
                <a16:creationId xmlns:a16="http://schemas.microsoft.com/office/drawing/2014/main" id="{BBFAE7A8-6D06-4E6F-B06F-A43219540130}"/>
              </a:ext>
            </a:extLst>
          </p:cNvPr>
          <p:cNvSpPr>
            <a:spLocks noGrp="1"/>
          </p:cNvSpPr>
          <p:nvPr/>
        </p:nvSpPr>
        <p:spPr>
          <a:xfrm>
            <a:off x="609600" y="5895975"/>
            <a:ext cx="4953000" cy="352425"/>
          </a:xfrm>
          <a:prstGeom prst="rect">
            <a:avLst/>
          </a:prstGeom>
          <a:noFill/>
          <a:ln w="0">
            <a:noFill/>
          </a:ln>
        </p:spPr>
        <p:txBody>
          <a:bodyPr wrap="none" lIns="0" tIns="0" rIns="0" bIns="0" anchor="ctr">
            <a:noAutofit/>
          </a:bodyPr>
          <a:lstStyle>
            <a:defPPr>
              <a:defRPr sz="1500">
                <a:solidFill>
                  <a:srgbClr val="5F5665"/>
                </a:solidFill>
                <a:latin typeface="Malgun Gothic"/>
                <a:ea typeface="Malgun Gothic"/>
                <a:cs typeface="Malgun Gothic"/>
              </a:defRPr>
            </a:defPPr>
            <a:lvl1pPr>
              <a:buNone/>
              <a:defRPr sz="1725">
                <a:solidFill>
                  <a:srgbClr val="716877"/>
                </a:solidFill>
                <a:latin typeface="Malgun Gothic"/>
                <a:ea typeface="Malgun Gothic"/>
                <a:cs typeface="Malgun Gothic"/>
              </a:defRPr>
            </a:lvl1pPr>
            <a:lvl2pPr>
              <a:buNone/>
              <a:defRPr sz="1725">
                <a:solidFill>
                  <a:srgbClr val="716877"/>
                </a:solidFill>
                <a:latin typeface="Malgun Gothic"/>
                <a:ea typeface="Malgun Gothic"/>
                <a:cs typeface="Malgun Gothic"/>
              </a:defRPr>
            </a:lvl2pPr>
            <a:lvl3pPr>
              <a:buNone/>
              <a:defRPr sz="1725">
                <a:solidFill>
                  <a:srgbClr val="716877"/>
                </a:solidFill>
                <a:latin typeface="Malgun Gothic"/>
                <a:ea typeface="Malgun Gothic"/>
                <a:cs typeface="Malgun Gothic"/>
              </a:defRPr>
            </a:lvl3pPr>
            <a:lvl4pPr>
              <a:buNone/>
              <a:defRPr sz="1725">
                <a:solidFill>
                  <a:srgbClr val="716877"/>
                </a:solidFill>
                <a:latin typeface="Malgun Gothic"/>
                <a:ea typeface="Malgun Gothic"/>
                <a:cs typeface="Malgun Gothic"/>
              </a:defRPr>
            </a:lvl4pPr>
            <a:lvl5pPr>
              <a:buNone/>
              <a:defRPr sz="1725">
                <a:solidFill>
                  <a:srgbClr val="716877"/>
                </a:solidFill>
                <a:latin typeface="Malgun Gothic"/>
                <a:ea typeface="Malgun Gothic"/>
                <a:cs typeface="Malgun Gothic"/>
              </a:defRPr>
            </a:lvl5pPr>
            <a:lvl6pPr>
              <a:buNone/>
              <a:defRPr sz="1725">
                <a:solidFill>
                  <a:srgbClr val="716877"/>
                </a:solidFill>
                <a:latin typeface="Malgun Gothic"/>
                <a:ea typeface="Malgun Gothic"/>
                <a:cs typeface="Malgun Gothic"/>
              </a:defRPr>
            </a:lvl6pPr>
            <a:lvl7pPr>
              <a:buNone/>
              <a:defRPr sz="1725">
                <a:solidFill>
                  <a:srgbClr val="716877"/>
                </a:solidFill>
                <a:latin typeface="Malgun Gothic"/>
                <a:ea typeface="Malgun Gothic"/>
                <a:cs typeface="Malgun Gothic"/>
              </a:defRPr>
            </a:lvl7pPr>
            <a:lvl8pPr>
              <a:buNone/>
              <a:defRPr sz="1725">
                <a:solidFill>
                  <a:srgbClr val="716877"/>
                </a:solidFill>
                <a:latin typeface="Malgun Gothic"/>
                <a:ea typeface="Malgun Gothic"/>
                <a:cs typeface="Malgun Gothic"/>
              </a:defRPr>
            </a:lvl8pPr>
            <a:lvl9pPr>
              <a:buNone/>
              <a:defRPr sz="1725">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제출일: 2026.10.25</a:t>
            </a:r>
          </a:p>
        </p:txBody>
      </p:sp>
      <p:pic>
        <p:nvPicPr>
          <p:cNvPr id="12" name="그림 11" descr="PDS 캘린더 화면. 2026년 10월 19일 캡처이며 시험 데이터입니다.">
            <a:extLst>
              <a:ext uri="{FF2B5EF4-FFF2-40B4-BE49-F238E27FC236}">
                <a16:creationId xmlns:a16="http://schemas.microsoft.com/office/drawing/2014/main" id="{A3F0D5EB-673C-47FF-9616-70044EE95F66}"/>
              </a:ext>
            </a:extLst>
          </p:cNvPr>
          <p:cNvPicPr>
            <a:picLocks noChangeAspect="1"/>
          </p:cNvPicPr>
          <p:nvPr/>
        </p:nvPicPr>
        <p:blipFill>
          <a:blip r:embed="rId3"/>
          <a:srcRect b="20727"/>
          <a:stretch/>
        </p:blipFill>
        <p:spPr>
          <a:xfrm>
            <a:off x="6115050" y="1504950"/>
            <a:ext cx="5448300" cy="4095662"/>
          </a:xfrm>
          <a:prstGeom prst="roundRect">
            <a:avLst>
              <a:gd name="adj" fmla="val 2326"/>
            </a:avLst>
          </a:prstGeom>
        </p:spPr>
      </p:pic>
      <p:sp>
        <p:nvSpPr>
          <p:cNvPr id="13" name="copy-5">
            <a:extLst>
              <a:ext uri="{FF2B5EF4-FFF2-40B4-BE49-F238E27FC236}">
                <a16:creationId xmlns:a16="http://schemas.microsoft.com/office/drawing/2014/main" id="{8D3F08D8-8E06-4721-A3C8-D53842CA0470}"/>
              </a:ext>
            </a:extLst>
          </p:cNvPr>
          <p:cNvSpPr>
            <a:spLocks noGrp="1"/>
          </p:cNvSpPr>
          <p:nvPr/>
        </p:nvSpPr>
        <p:spPr>
          <a:xfrm>
            <a:off x="6096000" y="5895975"/>
            <a:ext cx="5486400" cy="352425"/>
          </a:xfrm>
          <a:prstGeom prst="rect">
            <a:avLst/>
          </a:prstGeom>
          <a:noFill/>
          <a:ln w="0">
            <a:noFill/>
          </a:ln>
        </p:spPr>
        <p:txBody>
          <a:bodyPr wrap="none" lIns="0" tIns="0" rIns="0" bIns="0" anchor="ctr">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2026.10.19 실제 앱 캡처 · 시험 데이터</a:t>
            </a:r>
          </a:p>
        </p:txBody>
      </p:sp>
      <p:sp>
        <p:nvSpPr>
          <p:cNvPr id="15" name="brand-footer-1">
            <a:extLst>
              <a:ext uri="{FF2B5EF4-FFF2-40B4-BE49-F238E27FC236}">
                <a16:creationId xmlns:a16="http://schemas.microsoft.com/office/drawing/2014/main" id="{738C0C87-5A46-4914-9B72-B2385E098DD7}"/>
              </a:ext>
            </a:extLst>
          </p:cNvPr>
          <p:cNvSpPr>
            <a:spLocks noGrp="1"/>
          </p:cNvSpPr>
          <p:nvPr/>
        </p:nvSpPr>
        <p:spPr>
          <a:xfrm>
            <a:off x="10896600" y="6467475"/>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endParaRPr/>
          </a:p>
        </p:txBody>
      </p:sp>
    </p:spTree>
    <p:extLst>
      <p:ext uri="{BB962C8B-B14F-4D97-AF65-F5344CB8AC3E}">
        <p14:creationId xmlns:p14="http://schemas.microsoft.com/office/powerpoint/2010/main" val="469997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7" name="copy-6">
            <a:extLst>
              <a:ext uri="{FF2B5EF4-FFF2-40B4-BE49-F238E27FC236}">
                <a16:creationId xmlns:a16="http://schemas.microsoft.com/office/drawing/2014/main" id="{144868B7-7210-4578-B602-E3BDCBFFB9D7}"/>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02</a:t>
            </a:r>
          </a:p>
        </p:txBody>
      </p:sp>
      <p:sp>
        <p:nvSpPr>
          <p:cNvPr id="2" name="title-2">
            <a:extLst>
              <a:ext uri="{FF2B5EF4-FFF2-40B4-BE49-F238E27FC236}">
                <a16:creationId xmlns:a16="http://schemas.microsoft.com/office/drawing/2014/main" id="{4D655278-E546-4CA5-AD67-894F286DEFC1}"/>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발표 순서</a:t>
            </a:r>
          </a:p>
        </p:txBody>
      </p:sp>
      <p:sp>
        <p:nvSpPr>
          <p:cNvPr id="3" name="copy-7">
            <a:extLst>
              <a:ext uri="{FF2B5EF4-FFF2-40B4-BE49-F238E27FC236}">
                <a16:creationId xmlns:a16="http://schemas.microsoft.com/office/drawing/2014/main" id="{8F481A54-F04B-4A83-8F3F-BD78716E231B}"/>
              </a:ext>
            </a:extLst>
          </p:cNvPr>
          <p:cNvSpPr>
            <a:spLocks noGrp="1"/>
          </p:cNvSpPr>
          <p:nvPr/>
        </p:nvSpPr>
        <p:spPr>
          <a:xfrm>
            <a:off x="933450" y="1580025"/>
            <a:ext cx="8439150" cy="3810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기록을 한곳에 모으는 이유</a:t>
            </a:r>
          </a:p>
        </p:txBody>
      </p:sp>
      <p:sp>
        <p:nvSpPr>
          <p:cNvPr id="4" name="copy-8">
            <a:extLst>
              <a:ext uri="{FF2B5EF4-FFF2-40B4-BE49-F238E27FC236}">
                <a16:creationId xmlns:a16="http://schemas.microsoft.com/office/drawing/2014/main" id="{F1FB34C4-5B44-45B2-8667-3163C0FFECEB}"/>
              </a:ext>
            </a:extLst>
          </p:cNvPr>
          <p:cNvSpPr>
            <a:spLocks noGrp="1"/>
          </p:cNvSpPr>
          <p:nvPr/>
        </p:nvSpPr>
        <p:spPr>
          <a:xfrm>
            <a:off x="9810750" y="1580025"/>
            <a:ext cx="1771650" cy="381000"/>
          </a:xfrm>
          <a:prstGeom prst="rect">
            <a:avLst/>
          </a:prstGeom>
          <a:noFill/>
          <a:ln w="0">
            <a:noFill/>
          </a:ln>
        </p:spPr>
        <p:txBody>
          <a:bodyPr wrap="square" lIns="0" tIns="0" rIns="0" bIns="0" anchor="t">
            <a:noAutofit/>
          </a:bodyPr>
          <a:lstStyle>
            <a:defPPr algn="r">
              <a:defRPr sz="1800">
                <a:solidFill>
                  <a:srgbClr val="8E6077"/>
                </a:solidFill>
                <a:latin typeface="Bahnschrift"/>
                <a:ea typeface="Bahnschrift"/>
                <a:cs typeface="Bahnschrift"/>
              </a:defRPr>
            </a:defPPr>
            <a:lvl1pPr algn="r">
              <a:buNone/>
              <a:defRPr sz="2175">
                <a:solidFill>
                  <a:srgbClr val="8E6077"/>
                </a:solidFill>
                <a:latin typeface="Bahnschrift"/>
                <a:ea typeface="Bahnschrift"/>
                <a:cs typeface="Bahnschrift"/>
              </a:defRPr>
            </a:lvl1pPr>
            <a:lvl2pPr algn="r">
              <a:buNone/>
              <a:defRPr sz="2175">
                <a:solidFill>
                  <a:srgbClr val="8E6077"/>
                </a:solidFill>
                <a:latin typeface="Bahnschrift"/>
                <a:ea typeface="Bahnschrift"/>
                <a:cs typeface="Bahnschrift"/>
              </a:defRPr>
            </a:lvl2pPr>
            <a:lvl3pPr algn="r">
              <a:buNone/>
              <a:defRPr sz="2175">
                <a:solidFill>
                  <a:srgbClr val="8E6077"/>
                </a:solidFill>
                <a:latin typeface="Bahnschrift"/>
                <a:ea typeface="Bahnschrift"/>
                <a:cs typeface="Bahnschrift"/>
              </a:defRPr>
            </a:lvl3pPr>
            <a:lvl4pPr algn="r">
              <a:buNone/>
              <a:defRPr sz="2175">
                <a:solidFill>
                  <a:srgbClr val="8E6077"/>
                </a:solidFill>
                <a:latin typeface="Bahnschrift"/>
                <a:ea typeface="Bahnschrift"/>
                <a:cs typeface="Bahnschrift"/>
              </a:defRPr>
            </a:lvl4pPr>
            <a:lvl5pPr algn="r">
              <a:buNone/>
              <a:defRPr sz="2175">
                <a:solidFill>
                  <a:srgbClr val="8E6077"/>
                </a:solidFill>
                <a:latin typeface="Bahnschrift"/>
                <a:ea typeface="Bahnschrift"/>
                <a:cs typeface="Bahnschrift"/>
              </a:defRPr>
            </a:lvl5pPr>
            <a:lvl6pPr algn="r">
              <a:buNone/>
              <a:defRPr sz="2175">
                <a:solidFill>
                  <a:srgbClr val="8E6077"/>
                </a:solidFill>
                <a:latin typeface="Bahnschrift"/>
                <a:ea typeface="Bahnschrift"/>
                <a:cs typeface="Bahnschrift"/>
              </a:defRPr>
            </a:lvl6pPr>
            <a:lvl7pPr algn="r">
              <a:buNone/>
              <a:defRPr sz="2175">
                <a:solidFill>
                  <a:srgbClr val="8E6077"/>
                </a:solidFill>
                <a:latin typeface="Bahnschrift"/>
                <a:ea typeface="Bahnschrift"/>
                <a:cs typeface="Bahnschrift"/>
              </a:defRPr>
            </a:lvl7pPr>
            <a:lvl8pPr algn="r">
              <a:buNone/>
              <a:defRPr sz="2175">
                <a:solidFill>
                  <a:srgbClr val="8E6077"/>
                </a:solidFill>
                <a:latin typeface="Bahnschrift"/>
                <a:ea typeface="Bahnschrift"/>
                <a:cs typeface="Bahnschrift"/>
              </a:defRPr>
            </a:lvl8pPr>
            <a:lvl9pPr algn="r">
              <a:buNone/>
              <a:defRPr sz="2175">
                <a:solidFill>
                  <a:srgbClr val="8E6077"/>
                </a:solidFill>
                <a:latin typeface="Bahnschrift"/>
                <a:ea typeface="Bahnschrift"/>
                <a:cs typeface="Bahnschrift"/>
              </a:defRPr>
            </a:lvl9pPr>
          </a:lstStyle>
          <a:p>
            <a:pPr algn="r">
              <a:buNone/>
              <a:defRPr sz="1800">
                <a:solidFill>
                  <a:srgbClr val="8E6077"/>
                </a:solidFill>
                <a:latin typeface="Bahnschrift"/>
                <a:ea typeface="Bahnschrift"/>
                <a:cs typeface="Bahnschrift"/>
              </a:defRPr>
            </a:pPr>
            <a:r>
              <a:rPr sz="1800">
                <a:solidFill>
                  <a:srgbClr val="8E6077"/>
                </a:solidFill>
                <a:latin typeface="Bahnschrift"/>
                <a:ea typeface="Bahnschrift"/>
                <a:cs typeface="Bahnschrift"/>
              </a:rPr>
              <a:t>03</a:t>
            </a:r>
          </a:p>
        </p:txBody>
      </p:sp>
      <p:sp>
        <p:nvSpPr>
          <p:cNvPr id="5" name="직사각형 4">
            <a:extLst>
              <a:ext uri="{FF2B5EF4-FFF2-40B4-BE49-F238E27FC236}">
                <a16:creationId xmlns:a16="http://schemas.microsoft.com/office/drawing/2014/main" id="{04EA0123-1EA1-4E50-AD02-1DF1E015F86D}"/>
              </a:ext>
            </a:extLst>
          </p:cNvPr>
          <p:cNvSpPr>
            <a:spLocks noGrp="1"/>
          </p:cNvSpPr>
          <p:nvPr/>
        </p:nvSpPr>
        <p:spPr>
          <a:xfrm>
            <a:off x="609600" y="2294400"/>
            <a:ext cx="10972800" cy="7620"/>
          </a:xfrm>
          <a:prstGeom prst="rect">
            <a:avLst/>
          </a:prstGeom>
          <a:solidFill>
            <a:srgbClr val="E5DEE7"/>
          </a:solidFill>
          <a:ln w="0">
            <a:noFill/>
          </a:ln>
        </p:spPr>
      </p:sp>
      <p:sp>
        <p:nvSpPr>
          <p:cNvPr id="6" name="copy-9">
            <a:extLst>
              <a:ext uri="{FF2B5EF4-FFF2-40B4-BE49-F238E27FC236}">
                <a16:creationId xmlns:a16="http://schemas.microsoft.com/office/drawing/2014/main" id="{DAE51125-E3C1-4030-84E2-3F2B70369CF8}"/>
              </a:ext>
            </a:extLst>
          </p:cNvPr>
          <p:cNvSpPr>
            <a:spLocks noGrp="1"/>
          </p:cNvSpPr>
          <p:nvPr/>
        </p:nvSpPr>
        <p:spPr>
          <a:xfrm>
            <a:off x="933450" y="2615869"/>
            <a:ext cx="8439150" cy="3810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주요 기능과 사용 흐름</a:t>
            </a:r>
          </a:p>
        </p:txBody>
      </p:sp>
      <p:sp>
        <p:nvSpPr>
          <p:cNvPr id="7" name="copy-10">
            <a:extLst>
              <a:ext uri="{FF2B5EF4-FFF2-40B4-BE49-F238E27FC236}">
                <a16:creationId xmlns:a16="http://schemas.microsoft.com/office/drawing/2014/main" id="{4C846050-81A0-410C-8ECE-7977516BC890}"/>
              </a:ext>
            </a:extLst>
          </p:cNvPr>
          <p:cNvSpPr>
            <a:spLocks noGrp="1"/>
          </p:cNvSpPr>
          <p:nvPr/>
        </p:nvSpPr>
        <p:spPr>
          <a:xfrm>
            <a:off x="9810750" y="2615869"/>
            <a:ext cx="1771650" cy="381000"/>
          </a:xfrm>
          <a:prstGeom prst="rect">
            <a:avLst/>
          </a:prstGeom>
          <a:noFill/>
          <a:ln w="0">
            <a:noFill/>
          </a:ln>
        </p:spPr>
        <p:txBody>
          <a:bodyPr wrap="square" lIns="0" tIns="0" rIns="0" bIns="0" anchor="t">
            <a:noAutofit/>
          </a:bodyPr>
          <a:lstStyle>
            <a:defPPr algn="r">
              <a:defRPr sz="1800">
                <a:solidFill>
                  <a:srgbClr val="8E6077"/>
                </a:solidFill>
                <a:latin typeface="Bahnschrift"/>
                <a:ea typeface="Bahnschrift"/>
                <a:cs typeface="Bahnschrift"/>
              </a:defRPr>
            </a:defPPr>
            <a:lvl1pPr algn="r">
              <a:buNone/>
              <a:defRPr sz="2175">
                <a:solidFill>
                  <a:srgbClr val="8E6077"/>
                </a:solidFill>
                <a:latin typeface="Bahnschrift"/>
                <a:ea typeface="Bahnschrift"/>
                <a:cs typeface="Bahnschrift"/>
              </a:defRPr>
            </a:lvl1pPr>
            <a:lvl2pPr algn="r">
              <a:buNone/>
              <a:defRPr sz="2175">
                <a:solidFill>
                  <a:srgbClr val="8E6077"/>
                </a:solidFill>
                <a:latin typeface="Bahnschrift"/>
                <a:ea typeface="Bahnschrift"/>
                <a:cs typeface="Bahnschrift"/>
              </a:defRPr>
            </a:lvl2pPr>
            <a:lvl3pPr algn="r">
              <a:buNone/>
              <a:defRPr sz="2175">
                <a:solidFill>
                  <a:srgbClr val="8E6077"/>
                </a:solidFill>
                <a:latin typeface="Bahnschrift"/>
                <a:ea typeface="Bahnschrift"/>
                <a:cs typeface="Bahnschrift"/>
              </a:defRPr>
            </a:lvl3pPr>
            <a:lvl4pPr algn="r">
              <a:buNone/>
              <a:defRPr sz="2175">
                <a:solidFill>
                  <a:srgbClr val="8E6077"/>
                </a:solidFill>
                <a:latin typeface="Bahnschrift"/>
                <a:ea typeface="Bahnschrift"/>
                <a:cs typeface="Bahnschrift"/>
              </a:defRPr>
            </a:lvl4pPr>
            <a:lvl5pPr algn="r">
              <a:buNone/>
              <a:defRPr sz="2175">
                <a:solidFill>
                  <a:srgbClr val="8E6077"/>
                </a:solidFill>
                <a:latin typeface="Bahnschrift"/>
                <a:ea typeface="Bahnschrift"/>
                <a:cs typeface="Bahnschrift"/>
              </a:defRPr>
            </a:lvl5pPr>
            <a:lvl6pPr algn="r">
              <a:buNone/>
              <a:defRPr sz="2175">
                <a:solidFill>
                  <a:srgbClr val="8E6077"/>
                </a:solidFill>
                <a:latin typeface="Bahnschrift"/>
                <a:ea typeface="Bahnschrift"/>
                <a:cs typeface="Bahnschrift"/>
              </a:defRPr>
            </a:lvl6pPr>
            <a:lvl7pPr algn="r">
              <a:buNone/>
              <a:defRPr sz="2175">
                <a:solidFill>
                  <a:srgbClr val="8E6077"/>
                </a:solidFill>
                <a:latin typeface="Bahnschrift"/>
                <a:ea typeface="Bahnschrift"/>
                <a:cs typeface="Bahnschrift"/>
              </a:defRPr>
            </a:lvl7pPr>
            <a:lvl8pPr algn="r">
              <a:buNone/>
              <a:defRPr sz="2175">
                <a:solidFill>
                  <a:srgbClr val="8E6077"/>
                </a:solidFill>
                <a:latin typeface="Bahnschrift"/>
                <a:ea typeface="Bahnschrift"/>
                <a:cs typeface="Bahnschrift"/>
              </a:defRPr>
            </a:lvl8pPr>
            <a:lvl9pPr algn="r">
              <a:buNone/>
              <a:defRPr sz="2175">
                <a:solidFill>
                  <a:srgbClr val="8E6077"/>
                </a:solidFill>
                <a:latin typeface="Bahnschrift"/>
                <a:ea typeface="Bahnschrift"/>
                <a:cs typeface="Bahnschrift"/>
              </a:defRPr>
            </a:lvl9pPr>
          </a:lstStyle>
          <a:p>
            <a:pPr algn="r">
              <a:buNone/>
              <a:defRPr sz="1800">
                <a:solidFill>
                  <a:srgbClr val="8E6077"/>
                </a:solidFill>
                <a:latin typeface="Bahnschrift"/>
                <a:ea typeface="Bahnschrift"/>
                <a:cs typeface="Bahnschrift"/>
              </a:defRPr>
            </a:pPr>
            <a:r>
              <a:rPr sz="1800">
                <a:solidFill>
                  <a:srgbClr val="8E6077"/>
                </a:solidFill>
                <a:latin typeface="Bahnschrift"/>
                <a:ea typeface="Bahnschrift"/>
                <a:cs typeface="Bahnschrift"/>
              </a:rPr>
              <a:t>04–07</a:t>
            </a:r>
          </a:p>
        </p:txBody>
      </p:sp>
      <p:sp>
        <p:nvSpPr>
          <p:cNvPr id="8" name="직사각형 7">
            <a:extLst>
              <a:ext uri="{FF2B5EF4-FFF2-40B4-BE49-F238E27FC236}">
                <a16:creationId xmlns:a16="http://schemas.microsoft.com/office/drawing/2014/main" id="{9AA7582F-B919-4700-A91C-6717B9624799}"/>
              </a:ext>
            </a:extLst>
          </p:cNvPr>
          <p:cNvSpPr>
            <a:spLocks noGrp="1"/>
          </p:cNvSpPr>
          <p:nvPr/>
        </p:nvSpPr>
        <p:spPr>
          <a:xfrm>
            <a:off x="609600" y="3330244"/>
            <a:ext cx="10972800" cy="7620"/>
          </a:xfrm>
          <a:prstGeom prst="rect">
            <a:avLst/>
          </a:prstGeom>
          <a:solidFill>
            <a:srgbClr val="E5DEE7"/>
          </a:solidFill>
          <a:ln w="0">
            <a:noFill/>
          </a:ln>
        </p:spPr>
      </p:sp>
      <p:sp>
        <p:nvSpPr>
          <p:cNvPr id="9" name="copy-11">
            <a:extLst>
              <a:ext uri="{FF2B5EF4-FFF2-40B4-BE49-F238E27FC236}">
                <a16:creationId xmlns:a16="http://schemas.microsoft.com/office/drawing/2014/main" id="{F2282AD6-83E9-4F0A-9734-207CC70A28A1}"/>
              </a:ext>
            </a:extLst>
          </p:cNvPr>
          <p:cNvSpPr>
            <a:spLocks noGrp="1"/>
          </p:cNvSpPr>
          <p:nvPr/>
        </p:nvSpPr>
        <p:spPr>
          <a:xfrm>
            <a:off x="933450" y="3651713"/>
            <a:ext cx="8439150" cy="3810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사용 피드백과 개선</a:t>
            </a:r>
          </a:p>
        </p:txBody>
      </p:sp>
      <p:sp>
        <p:nvSpPr>
          <p:cNvPr id="10" name="copy-12">
            <a:extLst>
              <a:ext uri="{FF2B5EF4-FFF2-40B4-BE49-F238E27FC236}">
                <a16:creationId xmlns:a16="http://schemas.microsoft.com/office/drawing/2014/main" id="{CBBAA0AE-999D-421D-B798-1BCA3B618E3E}"/>
              </a:ext>
            </a:extLst>
          </p:cNvPr>
          <p:cNvSpPr>
            <a:spLocks noGrp="1"/>
          </p:cNvSpPr>
          <p:nvPr/>
        </p:nvSpPr>
        <p:spPr>
          <a:xfrm>
            <a:off x="9810750" y="3651713"/>
            <a:ext cx="1771650" cy="381000"/>
          </a:xfrm>
          <a:prstGeom prst="rect">
            <a:avLst/>
          </a:prstGeom>
          <a:noFill/>
          <a:ln w="0">
            <a:noFill/>
          </a:ln>
        </p:spPr>
        <p:txBody>
          <a:bodyPr wrap="square" lIns="0" tIns="0" rIns="0" bIns="0" anchor="t">
            <a:noAutofit/>
          </a:bodyPr>
          <a:lstStyle>
            <a:defPPr algn="r">
              <a:defRPr sz="1800">
                <a:solidFill>
                  <a:srgbClr val="8E6077"/>
                </a:solidFill>
                <a:latin typeface="Bahnschrift"/>
                <a:ea typeface="Bahnschrift"/>
                <a:cs typeface="Bahnschrift"/>
              </a:defRPr>
            </a:defPPr>
            <a:lvl1pPr algn="r">
              <a:buNone/>
              <a:defRPr sz="2175">
                <a:solidFill>
                  <a:srgbClr val="8E6077"/>
                </a:solidFill>
                <a:latin typeface="Bahnschrift"/>
                <a:ea typeface="Bahnschrift"/>
                <a:cs typeface="Bahnschrift"/>
              </a:defRPr>
            </a:lvl1pPr>
            <a:lvl2pPr algn="r">
              <a:buNone/>
              <a:defRPr sz="2175">
                <a:solidFill>
                  <a:srgbClr val="8E6077"/>
                </a:solidFill>
                <a:latin typeface="Bahnschrift"/>
                <a:ea typeface="Bahnschrift"/>
                <a:cs typeface="Bahnschrift"/>
              </a:defRPr>
            </a:lvl2pPr>
            <a:lvl3pPr algn="r">
              <a:buNone/>
              <a:defRPr sz="2175">
                <a:solidFill>
                  <a:srgbClr val="8E6077"/>
                </a:solidFill>
                <a:latin typeface="Bahnschrift"/>
                <a:ea typeface="Bahnschrift"/>
                <a:cs typeface="Bahnschrift"/>
              </a:defRPr>
            </a:lvl3pPr>
            <a:lvl4pPr algn="r">
              <a:buNone/>
              <a:defRPr sz="2175">
                <a:solidFill>
                  <a:srgbClr val="8E6077"/>
                </a:solidFill>
                <a:latin typeface="Bahnschrift"/>
                <a:ea typeface="Bahnschrift"/>
                <a:cs typeface="Bahnschrift"/>
              </a:defRPr>
            </a:lvl4pPr>
            <a:lvl5pPr algn="r">
              <a:buNone/>
              <a:defRPr sz="2175">
                <a:solidFill>
                  <a:srgbClr val="8E6077"/>
                </a:solidFill>
                <a:latin typeface="Bahnschrift"/>
                <a:ea typeface="Bahnschrift"/>
                <a:cs typeface="Bahnschrift"/>
              </a:defRPr>
            </a:lvl5pPr>
            <a:lvl6pPr algn="r">
              <a:buNone/>
              <a:defRPr sz="2175">
                <a:solidFill>
                  <a:srgbClr val="8E6077"/>
                </a:solidFill>
                <a:latin typeface="Bahnschrift"/>
                <a:ea typeface="Bahnschrift"/>
                <a:cs typeface="Bahnschrift"/>
              </a:defRPr>
            </a:lvl6pPr>
            <a:lvl7pPr algn="r">
              <a:buNone/>
              <a:defRPr sz="2175">
                <a:solidFill>
                  <a:srgbClr val="8E6077"/>
                </a:solidFill>
                <a:latin typeface="Bahnschrift"/>
                <a:ea typeface="Bahnschrift"/>
                <a:cs typeface="Bahnschrift"/>
              </a:defRPr>
            </a:lvl7pPr>
            <a:lvl8pPr algn="r">
              <a:buNone/>
              <a:defRPr sz="2175">
                <a:solidFill>
                  <a:srgbClr val="8E6077"/>
                </a:solidFill>
                <a:latin typeface="Bahnschrift"/>
                <a:ea typeface="Bahnschrift"/>
                <a:cs typeface="Bahnschrift"/>
              </a:defRPr>
            </a:lvl8pPr>
            <a:lvl9pPr algn="r">
              <a:buNone/>
              <a:defRPr sz="2175">
                <a:solidFill>
                  <a:srgbClr val="8E6077"/>
                </a:solidFill>
                <a:latin typeface="Bahnschrift"/>
                <a:ea typeface="Bahnschrift"/>
                <a:cs typeface="Bahnschrift"/>
              </a:defRPr>
            </a:lvl9pPr>
          </a:lstStyle>
          <a:p>
            <a:pPr algn="r">
              <a:buNone/>
              <a:defRPr sz="1800">
                <a:solidFill>
                  <a:srgbClr val="8E6077"/>
                </a:solidFill>
                <a:latin typeface="Bahnschrift"/>
                <a:ea typeface="Bahnschrift"/>
                <a:cs typeface="Bahnschrift"/>
              </a:defRPr>
            </a:pPr>
            <a:r>
              <a:rPr sz="1800">
                <a:solidFill>
                  <a:srgbClr val="8E6077"/>
                </a:solidFill>
                <a:latin typeface="Bahnschrift"/>
                <a:ea typeface="Bahnschrift"/>
                <a:cs typeface="Bahnschrift"/>
              </a:rPr>
              <a:t>08</a:t>
            </a:r>
          </a:p>
        </p:txBody>
      </p:sp>
      <p:sp>
        <p:nvSpPr>
          <p:cNvPr id="11" name="직사각형 10">
            <a:extLst>
              <a:ext uri="{FF2B5EF4-FFF2-40B4-BE49-F238E27FC236}">
                <a16:creationId xmlns:a16="http://schemas.microsoft.com/office/drawing/2014/main" id="{8DB6F35B-B32B-4132-94FA-E1B51027E4E8}"/>
              </a:ext>
            </a:extLst>
          </p:cNvPr>
          <p:cNvSpPr>
            <a:spLocks noGrp="1"/>
          </p:cNvSpPr>
          <p:nvPr/>
        </p:nvSpPr>
        <p:spPr>
          <a:xfrm>
            <a:off x="609600" y="4366088"/>
            <a:ext cx="10972800" cy="7620"/>
          </a:xfrm>
          <a:prstGeom prst="rect">
            <a:avLst/>
          </a:prstGeom>
          <a:solidFill>
            <a:srgbClr val="E5DEE7"/>
          </a:solidFill>
          <a:ln w="0">
            <a:noFill/>
          </a:ln>
        </p:spPr>
      </p:sp>
      <p:sp>
        <p:nvSpPr>
          <p:cNvPr id="12" name="copy-13">
            <a:extLst>
              <a:ext uri="{FF2B5EF4-FFF2-40B4-BE49-F238E27FC236}">
                <a16:creationId xmlns:a16="http://schemas.microsoft.com/office/drawing/2014/main" id="{D3BF068E-9226-45BE-96B2-143DB73D80ED}"/>
              </a:ext>
            </a:extLst>
          </p:cNvPr>
          <p:cNvSpPr>
            <a:spLocks noGrp="1"/>
          </p:cNvSpPr>
          <p:nvPr/>
        </p:nvSpPr>
        <p:spPr>
          <a:xfrm>
            <a:off x="933450" y="4687556"/>
            <a:ext cx="8439150" cy="3810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기술 구조와 개발 역할</a:t>
            </a:r>
          </a:p>
        </p:txBody>
      </p:sp>
      <p:sp>
        <p:nvSpPr>
          <p:cNvPr id="13" name="copy-14">
            <a:extLst>
              <a:ext uri="{FF2B5EF4-FFF2-40B4-BE49-F238E27FC236}">
                <a16:creationId xmlns:a16="http://schemas.microsoft.com/office/drawing/2014/main" id="{F678DADB-7149-4F1F-960D-4E3C8A1C4851}"/>
              </a:ext>
            </a:extLst>
          </p:cNvPr>
          <p:cNvSpPr>
            <a:spLocks noGrp="1"/>
          </p:cNvSpPr>
          <p:nvPr/>
        </p:nvSpPr>
        <p:spPr>
          <a:xfrm>
            <a:off x="9810750" y="4687556"/>
            <a:ext cx="1771650" cy="381000"/>
          </a:xfrm>
          <a:prstGeom prst="rect">
            <a:avLst/>
          </a:prstGeom>
          <a:noFill/>
          <a:ln w="0">
            <a:noFill/>
          </a:ln>
        </p:spPr>
        <p:txBody>
          <a:bodyPr wrap="square" lIns="0" tIns="0" rIns="0" bIns="0" anchor="t">
            <a:noAutofit/>
          </a:bodyPr>
          <a:lstStyle>
            <a:defPPr algn="r">
              <a:defRPr sz="1800">
                <a:solidFill>
                  <a:srgbClr val="8E6077"/>
                </a:solidFill>
                <a:latin typeface="Bahnschrift"/>
                <a:ea typeface="Bahnschrift"/>
                <a:cs typeface="Bahnschrift"/>
              </a:defRPr>
            </a:defPPr>
            <a:lvl1pPr algn="r">
              <a:buNone/>
              <a:defRPr sz="2175">
                <a:solidFill>
                  <a:srgbClr val="8E6077"/>
                </a:solidFill>
                <a:latin typeface="Bahnschrift"/>
                <a:ea typeface="Bahnschrift"/>
                <a:cs typeface="Bahnschrift"/>
              </a:defRPr>
            </a:lvl1pPr>
            <a:lvl2pPr algn="r">
              <a:buNone/>
              <a:defRPr sz="2175">
                <a:solidFill>
                  <a:srgbClr val="8E6077"/>
                </a:solidFill>
                <a:latin typeface="Bahnschrift"/>
                <a:ea typeface="Bahnschrift"/>
                <a:cs typeface="Bahnschrift"/>
              </a:defRPr>
            </a:lvl2pPr>
            <a:lvl3pPr algn="r">
              <a:buNone/>
              <a:defRPr sz="2175">
                <a:solidFill>
                  <a:srgbClr val="8E6077"/>
                </a:solidFill>
                <a:latin typeface="Bahnschrift"/>
                <a:ea typeface="Bahnschrift"/>
                <a:cs typeface="Bahnschrift"/>
              </a:defRPr>
            </a:lvl3pPr>
            <a:lvl4pPr algn="r">
              <a:buNone/>
              <a:defRPr sz="2175">
                <a:solidFill>
                  <a:srgbClr val="8E6077"/>
                </a:solidFill>
                <a:latin typeface="Bahnschrift"/>
                <a:ea typeface="Bahnschrift"/>
                <a:cs typeface="Bahnschrift"/>
              </a:defRPr>
            </a:lvl4pPr>
            <a:lvl5pPr algn="r">
              <a:buNone/>
              <a:defRPr sz="2175">
                <a:solidFill>
                  <a:srgbClr val="8E6077"/>
                </a:solidFill>
                <a:latin typeface="Bahnschrift"/>
                <a:ea typeface="Bahnschrift"/>
                <a:cs typeface="Bahnschrift"/>
              </a:defRPr>
            </a:lvl5pPr>
            <a:lvl6pPr algn="r">
              <a:buNone/>
              <a:defRPr sz="2175">
                <a:solidFill>
                  <a:srgbClr val="8E6077"/>
                </a:solidFill>
                <a:latin typeface="Bahnschrift"/>
                <a:ea typeface="Bahnschrift"/>
                <a:cs typeface="Bahnschrift"/>
              </a:defRPr>
            </a:lvl6pPr>
            <a:lvl7pPr algn="r">
              <a:buNone/>
              <a:defRPr sz="2175">
                <a:solidFill>
                  <a:srgbClr val="8E6077"/>
                </a:solidFill>
                <a:latin typeface="Bahnschrift"/>
                <a:ea typeface="Bahnschrift"/>
                <a:cs typeface="Bahnschrift"/>
              </a:defRPr>
            </a:lvl7pPr>
            <a:lvl8pPr algn="r">
              <a:buNone/>
              <a:defRPr sz="2175">
                <a:solidFill>
                  <a:srgbClr val="8E6077"/>
                </a:solidFill>
                <a:latin typeface="Bahnschrift"/>
                <a:ea typeface="Bahnschrift"/>
                <a:cs typeface="Bahnschrift"/>
              </a:defRPr>
            </a:lvl8pPr>
            <a:lvl9pPr algn="r">
              <a:buNone/>
              <a:defRPr sz="2175">
                <a:solidFill>
                  <a:srgbClr val="8E6077"/>
                </a:solidFill>
                <a:latin typeface="Bahnschrift"/>
                <a:ea typeface="Bahnschrift"/>
                <a:cs typeface="Bahnschrift"/>
              </a:defRPr>
            </a:lvl9pPr>
          </a:lstStyle>
          <a:p>
            <a:pPr algn="r">
              <a:buNone/>
              <a:defRPr sz="1800">
                <a:solidFill>
                  <a:srgbClr val="8E6077"/>
                </a:solidFill>
                <a:latin typeface="Bahnschrift"/>
                <a:ea typeface="Bahnschrift"/>
                <a:cs typeface="Bahnschrift"/>
              </a:defRPr>
            </a:pPr>
            <a:r>
              <a:rPr sz="1800">
                <a:solidFill>
                  <a:srgbClr val="8E6077"/>
                </a:solidFill>
                <a:latin typeface="Bahnschrift"/>
                <a:ea typeface="Bahnschrift"/>
                <a:cs typeface="Bahnschrift"/>
              </a:rPr>
              <a:t>09</a:t>
            </a:r>
          </a:p>
        </p:txBody>
      </p:sp>
      <p:sp>
        <p:nvSpPr>
          <p:cNvPr id="14" name="직사각형 13">
            <a:extLst>
              <a:ext uri="{FF2B5EF4-FFF2-40B4-BE49-F238E27FC236}">
                <a16:creationId xmlns:a16="http://schemas.microsoft.com/office/drawing/2014/main" id="{089E9C82-1704-499D-BAB9-E5FAD08ADDDB}"/>
              </a:ext>
            </a:extLst>
          </p:cNvPr>
          <p:cNvSpPr>
            <a:spLocks noGrp="1"/>
          </p:cNvSpPr>
          <p:nvPr/>
        </p:nvSpPr>
        <p:spPr>
          <a:xfrm>
            <a:off x="609600" y="5401931"/>
            <a:ext cx="10972800" cy="7620"/>
          </a:xfrm>
          <a:prstGeom prst="rect">
            <a:avLst/>
          </a:prstGeom>
          <a:solidFill>
            <a:srgbClr val="E5DEE7"/>
          </a:solidFill>
          <a:ln w="0">
            <a:noFill/>
          </a:ln>
        </p:spPr>
      </p:sp>
      <p:sp>
        <p:nvSpPr>
          <p:cNvPr id="15" name="copy-15">
            <a:extLst>
              <a:ext uri="{FF2B5EF4-FFF2-40B4-BE49-F238E27FC236}">
                <a16:creationId xmlns:a16="http://schemas.microsoft.com/office/drawing/2014/main" id="{B8967991-58D2-4FD0-9379-808744D9705C}"/>
              </a:ext>
            </a:extLst>
          </p:cNvPr>
          <p:cNvSpPr>
            <a:spLocks noGrp="1"/>
          </p:cNvSpPr>
          <p:nvPr/>
        </p:nvSpPr>
        <p:spPr>
          <a:xfrm>
            <a:off x="933450" y="5723400"/>
            <a:ext cx="8439150" cy="3810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검증 결과와 다음 단계</a:t>
            </a:r>
          </a:p>
        </p:txBody>
      </p:sp>
      <p:sp>
        <p:nvSpPr>
          <p:cNvPr id="16" name="copy-16">
            <a:extLst>
              <a:ext uri="{FF2B5EF4-FFF2-40B4-BE49-F238E27FC236}">
                <a16:creationId xmlns:a16="http://schemas.microsoft.com/office/drawing/2014/main" id="{A3A7BB02-A8FE-45BF-B123-7F73B532D4C4}"/>
              </a:ext>
            </a:extLst>
          </p:cNvPr>
          <p:cNvSpPr>
            <a:spLocks noGrp="1"/>
          </p:cNvSpPr>
          <p:nvPr/>
        </p:nvSpPr>
        <p:spPr>
          <a:xfrm>
            <a:off x="9810750" y="5723400"/>
            <a:ext cx="1771650" cy="381000"/>
          </a:xfrm>
          <a:prstGeom prst="rect">
            <a:avLst/>
          </a:prstGeom>
          <a:noFill/>
          <a:ln w="0">
            <a:noFill/>
          </a:ln>
        </p:spPr>
        <p:txBody>
          <a:bodyPr wrap="square" lIns="0" tIns="0" rIns="0" bIns="0" anchor="t">
            <a:noAutofit/>
          </a:bodyPr>
          <a:lstStyle>
            <a:defPPr algn="r">
              <a:defRPr sz="1800">
                <a:solidFill>
                  <a:srgbClr val="8E6077"/>
                </a:solidFill>
                <a:latin typeface="Bahnschrift"/>
                <a:ea typeface="Bahnschrift"/>
                <a:cs typeface="Bahnschrift"/>
              </a:defRPr>
            </a:defPPr>
            <a:lvl1pPr algn="r">
              <a:buNone/>
              <a:defRPr sz="2175">
                <a:solidFill>
                  <a:srgbClr val="8E6077"/>
                </a:solidFill>
                <a:latin typeface="Bahnschrift"/>
                <a:ea typeface="Bahnschrift"/>
                <a:cs typeface="Bahnschrift"/>
              </a:defRPr>
            </a:lvl1pPr>
            <a:lvl2pPr algn="r">
              <a:buNone/>
              <a:defRPr sz="2175">
                <a:solidFill>
                  <a:srgbClr val="8E6077"/>
                </a:solidFill>
                <a:latin typeface="Bahnschrift"/>
                <a:ea typeface="Bahnschrift"/>
                <a:cs typeface="Bahnschrift"/>
              </a:defRPr>
            </a:lvl2pPr>
            <a:lvl3pPr algn="r">
              <a:buNone/>
              <a:defRPr sz="2175">
                <a:solidFill>
                  <a:srgbClr val="8E6077"/>
                </a:solidFill>
                <a:latin typeface="Bahnschrift"/>
                <a:ea typeface="Bahnschrift"/>
                <a:cs typeface="Bahnschrift"/>
              </a:defRPr>
            </a:lvl3pPr>
            <a:lvl4pPr algn="r">
              <a:buNone/>
              <a:defRPr sz="2175">
                <a:solidFill>
                  <a:srgbClr val="8E6077"/>
                </a:solidFill>
                <a:latin typeface="Bahnschrift"/>
                <a:ea typeface="Bahnschrift"/>
                <a:cs typeface="Bahnschrift"/>
              </a:defRPr>
            </a:lvl4pPr>
            <a:lvl5pPr algn="r">
              <a:buNone/>
              <a:defRPr sz="2175">
                <a:solidFill>
                  <a:srgbClr val="8E6077"/>
                </a:solidFill>
                <a:latin typeface="Bahnschrift"/>
                <a:ea typeface="Bahnschrift"/>
                <a:cs typeface="Bahnschrift"/>
              </a:defRPr>
            </a:lvl5pPr>
            <a:lvl6pPr algn="r">
              <a:buNone/>
              <a:defRPr sz="2175">
                <a:solidFill>
                  <a:srgbClr val="8E6077"/>
                </a:solidFill>
                <a:latin typeface="Bahnschrift"/>
                <a:ea typeface="Bahnschrift"/>
                <a:cs typeface="Bahnschrift"/>
              </a:defRPr>
            </a:lvl6pPr>
            <a:lvl7pPr algn="r">
              <a:buNone/>
              <a:defRPr sz="2175">
                <a:solidFill>
                  <a:srgbClr val="8E6077"/>
                </a:solidFill>
                <a:latin typeface="Bahnschrift"/>
                <a:ea typeface="Bahnschrift"/>
                <a:cs typeface="Bahnschrift"/>
              </a:defRPr>
            </a:lvl7pPr>
            <a:lvl8pPr algn="r">
              <a:buNone/>
              <a:defRPr sz="2175">
                <a:solidFill>
                  <a:srgbClr val="8E6077"/>
                </a:solidFill>
                <a:latin typeface="Bahnschrift"/>
                <a:ea typeface="Bahnschrift"/>
                <a:cs typeface="Bahnschrift"/>
              </a:defRPr>
            </a:lvl8pPr>
            <a:lvl9pPr algn="r">
              <a:buNone/>
              <a:defRPr sz="2175">
                <a:solidFill>
                  <a:srgbClr val="8E6077"/>
                </a:solidFill>
                <a:latin typeface="Bahnschrift"/>
                <a:ea typeface="Bahnschrift"/>
                <a:cs typeface="Bahnschrift"/>
              </a:defRPr>
            </a:lvl9pPr>
          </a:lstStyle>
          <a:p>
            <a:pPr algn="r">
              <a:buNone/>
              <a:defRPr sz="1800">
                <a:solidFill>
                  <a:srgbClr val="8E6077"/>
                </a:solidFill>
                <a:latin typeface="Bahnschrift"/>
                <a:ea typeface="Bahnschrift"/>
                <a:cs typeface="Bahnschrift"/>
              </a:defRPr>
            </a:pPr>
            <a:r>
              <a:rPr sz="1800">
                <a:solidFill>
                  <a:srgbClr val="8E6077"/>
                </a:solidFill>
                <a:latin typeface="Bahnschrift"/>
                <a:ea typeface="Bahnschrift"/>
                <a:cs typeface="Bahnschrift"/>
              </a:rPr>
              <a:t>10–11</a:t>
            </a:r>
          </a:p>
        </p:txBody>
      </p:sp>
      <p:sp>
        <p:nvSpPr>
          <p:cNvPr id="18" name="contents-dot-1">
            <a:extLst>
              <a:ext uri="{FF2B5EF4-FFF2-40B4-BE49-F238E27FC236}">
                <a16:creationId xmlns:a16="http://schemas.microsoft.com/office/drawing/2014/main" id="{0A70E638-20D5-4877-91B6-055E424B108E}"/>
              </a:ext>
            </a:extLst>
          </p:cNvPr>
          <p:cNvSpPr>
            <a:spLocks noGrp="1"/>
          </p:cNvSpPr>
          <p:nvPr/>
        </p:nvSpPr>
        <p:spPr>
          <a:xfrm>
            <a:off x="628650" y="1703850"/>
            <a:ext cx="114300" cy="114300"/>
          </a:xfrm>
          <a:prstGeom prst="ellipse">
            <a:avLst/>
          </a:prstGeom>
          <a:solidFill>
            <a:srgbClr val="704F64"/>
          </a:solidFill>
          <a:ln w="0">
            <a:noFill/>
          </a:ln>
        </p:spPr>
      </p:sp>
      <p:sp>
        <p:nvSpPr>
          <p:cNvPr id="19" name="contents-dot-2">
            <a:extLst>
              <a:ext uri="{FF2B5EF4-FFF2-40B4-BE49-F238E27FC236}">
                <a16:creationId xmlns:a16="http://schemas.microsoft.com/office/drawing/2014/main" id="{E83BAC2F-2B96-4E0E-B315-E516EC080DAD}"/>
              </a:ext>
            </a:extLst>
          </p:cNvPr>
          <p:cNvSpPr>
            <a:spLocks noGrp="1"/>
          </p:cNvSpPr>
          <p:nvPr/>
        </p:nvSpPr>
        <p:spPr>
          <a:xfrm>
            <a:off x="628650" y="2739694"/>
            <a:ext cx="114300" cy="114300"/>
          </a:xfrm>
          <a:prstGeom prst="ellipse">
            <a:avLst/>
          </a:prstGeom>
          <a:solidFill>
            <a:srgbClr val="90677F"/>
          </a:solidFill>
          <a:ln w="0">
            <a:noFill/>
          </a:ln>
        </p:spPr>
      </p:sp>
      <p:sp>
        <p:nvSpPr>
          <p:cNvPr id="20" name="contents-dot-3">
            <a:extLst>
              <a:ext uri="{FF2B5EF4-FFF2-40B4-BE49-F238E27FC236}">
                <a16:creationId xmlns:a16="http://schemas.microsoft.com/office/drawing/2014/main" id="{45DFB7F5-10AB-40ED-A832-7715BF71CA41}"/>
              </a:ext>
            </a:extLst>
          </p:cNvPr>
          <p:cNvSpPr>
            <a:spLocks noGrp="1"/>
          </p:cNvSpPr>
          <p:nvPr/>
        </p:nvSpPr>
        <p:spPr>
          <a:xfrm>
            <a:off x="628650" y="3775538"/>
            <a:ext cx="114300" cy="114300"/>
          </a:xfrm>
          <a:prstGeom prst="ellipse">
            <a:avLst/>
          </a:prstGeom>
          <a:solidFill>
            <a:srgbClr val="A27690"/>
          </a:solidFill>
          <a:ln w="0">
            <a:noFill/>
          </a:ln>
        </p:spPr>
      </p:sp>
      <p:sp>
        <p:nvSpPr>
          <p:cNvPr id="21" name="contents-dot-4">
            <a:extLst>
              <a:ext uri="{FF2B5EF4-FFF2-40B4-BE49-F238E27FC236}">
                <a16:creationId xmlns:a16="http://schemas.microsoft.com/office/drawing/2014/main" id="{A3480A9D-54B3-4136-83D4-5835B8232EA2}"/>
              </a:ext>
            </a:extLst>
          </p:cNvPr>
          <p:cNvSpPr>
            <a:spLocks noGrp="1"/>
          </p:cNvSpPr>
          <p:nvPr/>
        </p:nvSpPr>
        <p:spPr>
          <a:xfrm>
            <a:off x="628650" y="4811381"/>
            <a:ext cx="114300" cy="114300"/>
          </a:xfrm>
          <a:prstGeom prst="ellipse">
            <a:avLst/>
          </a:prstGeom>
          <a:solidFill>
            <a:srgbClr val="704F64"/>
          </a:solidFill>
          <a:ln w="0">
            <a:noFill/>
          </a:ln>
        </p:spPr>
      </p:sp>
      <p:sp>
        <p:nvSpPr>
          <p:cNvPr id="22" name="contents-dot-5">
            <a:extLst>
              <a:ext uri="{FF2B5EF4-FFF2-40B4-BE49-F238E27FC236}">
                <a16:creationId xmlns:a16="http://schemas.microsoft.com/office/drawing/2014/main" id="{405B24B8-49C4-4EF9-A487-85555AFAC632}"/>
              </a:ext>
            </a:extLst>
          </p:cNvPr>
          <p:cNvSpPr>
            <a:spLocks noGrp="1"/>
          </p:cNvSpPr>
          <p:nvPr/>
        </p:nvSpPr>
        <p:spPr>
          <a:xfrm>
            <a:off x="628650" y="5847225"/>
            <a:ext cx="114300" cy="114300"/>
          </a:xfrm>
          <a:prstGeom prst="ellipse">
            <a:avLst/>
          </a:prstGeom>
          <a:solidFill>
            <a:srgbClr val="90677F"/>
          </a:solidFill>
          <a:ln w="0">
            <a:noFill/>
          </a:ln>
        </p:spPr>
      </p:sp>
      <p:sp>
        <p:nvSpPr>
          <p:cNvPr id="23" name="brand-footer-2">
            <a:extLst>
              <a:ext uri="{FF2B5EF4-FFF2-40B4-BE49-F238E27FC236}">
                <a16:creationId xmlns:a16="http://schemas.microsoft.com/office/drawing/2014/main" id="{6A9D8BD4-1D26-4659-B5D2-CA82CD043A8B}"/>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120813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2" name="key-rule-3">
            <a:extLst>
              <a:ext uri="{FF2B5EF4-FFF2-40B4-BE49-F238E27FC236}">
                <a16:creationId xmlns:a16="http://schemas.microsoft.com/office/drawing/2014/main" id="{766DC931-FB21-425B-A5E0-C628508088C0}"/>
              </a:ext>
            </a:extLst>
          </p:cNvPr>
          <p:cNvSpPr>
            <a:spLocks noGrp="1"/>
          </p:cNvSpPr>
          <p:nvPr/>
        </p:nvSpPr>
        <p:spPr>
          <a:xfrm>
            <a:off x="609600" y="5598000"/>
            <a:ext cx="5943600" cy="650400"/>
          </a:xfrm>
          <a:prstGeom prst="rect">
            <a:avLst/>
          </a:prstGeom>
          <a:solidFill>
            <a:srgbClr val="EBD3DF"/>
          </a:solidFill>
          <a:ln w="0">
            <a:noFill/>
          </a:ln>
        </p:spPr>
      </p:sp>
      <p:sp>
        <p:nvSpPr>
          <p:cNvPr id="10" name="screenshot-frame-3">
            <a:extLst>
              <a:ext uri="{FF2B5EF4-FFF2-40B4-BE49-F238E27FC236}">
                <a16:creationId xmlns:a16="http://schemas.microsoft.com/office/drawing/2014/main" id="{5809B4D9-3898-4962-A125-2338F08FAE86}"/>
              </a:ext>
            </a:extLst>
          </p:cNvPr>
          <p:cNvSpPr>
            <a:spLocks noGrp="1"/>
          </p:cNvSpPr>
          <p:nvPr/>
        </p:nvSpPr>
        <p:spPr>
          <a:xfrm>
            <a:off x="7162800" y="2305050"/>
            <a:ext cx="4419600" cy="2993637"/>
          </a:xfrm>
          <a:prstGeom prst="roundRect">
            <a:avLst>
              <a:gd name="adj" fmla="val 3818"/>
            </a:avLst>
          </a:prstGeom>
          <a:solidFill>
            <a:srgbClr val="FFFFFF"/>
          </a:solidFill>
          <a:ln w="10478">
            <a:solidFill>
              <a:srgbClr val="D9C5D0"/>
            </a:solidFill>
          </a:ln>
        </p:spPr>
        <p:style>
          <a:lnRef idx="0">
            <a:scrgbClr r="0" g="0" b="0"/>
          </a:lnRef>
          <a:fillRef idx="0">
            <a:scrgbClr r="0" g="0" b="0"/>
          </a:fillRef>
          <a:effectRef idx="11">
            <a:scrgbClr r="0" g="0" b="0"/>
          </a:effectRef>
          <a:fontRef idx="major"/>
        </p:style>
      </p:sp>
      <p:sp>
        <p:nvSpPr>
          <p:cNvPr id="9" name="copy-17">
            <a:extLst>
              <a:ext uri="{FF2B5EF4-FFF2-40B4-BE49-F238E27FC236}">
                <a16:creationId xmlns:a16="http://schemas.microsoft.com/office/drawing/2014/main" id="{F98C1CAB-3536-4F1A-AC10-532FB3AB7C0B}"/>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03</a:t>
            </a:r>
          </a:p>
        </p:txBody>
      </p:sp>
      <p:sp>
        <p:nvSpPr>
          <p:cNvPr id="2" name="title-3">
            <a:extLst>
              <a:ext uri="{FF2B5EF4-FFF2-40B4-BE49-F238E27FC236}">
                <a16:creationId xmlns:a16="http://schemas.microsoft.com/office/drawing/2014/main" id="{D2E0232A-FEA9-405A-AE90-9D2D28930746}"/>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기록을 한곳에 모으는 이유</a:t>
            </a:r>
          </a:p>
        </p:txBody>
      </p:sp>
      <p:sp>
        <p:nvSpPr>
          <p:cNvPr id="3" name="copy-18">
            <a:extLst>
              <a:ext uri="{FF2B5EF4-FFF2-40B4-BE49-F238E27FC236}">
                <a16:creationId xmlns:a16="http://schemas.microsoft.com/office/drawing/2014/main" id="{CEB15653-76D0-4791-95E6-51A8F0143C57}"/>
              </a:ext>
            </a:extLst>
          </p:cNvPr>
          <p:cNvSpPr>
            <a:spLocks noGrp="1"/>
          </p:cNvSpPr>
          <p:nvPr/>
        </p:nvSpPr>
        <p:spPr>
          <a:xfrm>
            <a:off x="609600" y="1657350"/>
            <a:ext cx="5943600" cy="85725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400" b="1">
                <a:solidFill>
                  <a:srgbClr val="37313D"/>
                </a:solidFill>
                <a:latin typeface="Malgun Gothic"/>
                <a:ea typeface="Malgun Gothic"/>
                <a:cs typeface="Malgun Gothic"/>
              </a:defRPr>
            </a:lvl1pPr>
            <a:lvl2pPr>
              <a:buNone/>
              <a:defRPr sz="2400" b="1">
                <a:solidFill>
                  <a:srgbClr val="37313D"/>
                </a:solidFill>
                <a:latin typeface="Malgun Gothic"/>
                <a:ea typeface="Malgun Gothic"/>
                <a:cs typeface="Malgun Gothic"/>
              </a:defRPr>
            </a:lvl2pPr>
            <a:lvl3pPr>
              <a:buNone/>
              <a:defRPr sz="2400" b="1">
                <a:solidFill>
                  <a:srgbClr val="37313D"/>
                </a:solidFill>
                <a:latin typeface="Malgun Gothic"/>
                <a:ea typeface="Malgun Gothic"/>
                <a:cs typeface="Malgun Gothic"/>
              </a:defRPr>
            </a:lvl3pPr>
            <a:lvl4pPr>
              <a:buNone/>
              <a:defRPr sz="2400" b="1">
                <a:solidFill>
                  <a:srgbClr val="37313D"/>
                </a:solidFill>
                <a:latin typeface="Malgun Gothic"/>
                <a:ea typeface="Malgun Gothic"/>
                <a:cs typeface="Malgun Gothic"/>
              </a:defRPr>
            </a:lvl4pPr>
            <a:lvl5pPr>
              <a:buNone/>
              <a:defRPr sz="2400" b="1">
                <a:solidFill>
                  <a:srgbClr val="37313D"/>
                </a:solidFill>
                <a:latin typeface="Malgun Gothic"/>
                <a:ea typeface="Malgun Gothic"/>
                <a:cs typeface="Malgun Gothic"/>
              </a:defRPr>
            </a:lvl5pPr>
            <a:lvl6pPr>
              <a:buNone/>
              <a:defRPr sz="2400" b="1">
                <a:solidFill>
                  <a:srgbClr val="37313D"/>
                </a:solidFill>
                <a:latin typeface="Malgun Gothic"/>
                <a:ea typeface="Malgun Gothic"/>
                <a:cs typeface="Malgun Gothic"/>
              </a:defRPr>
            </a:lvl6pPr>
            <a:lvl7pPr>
              <a:buNone/>
              <a:defRPr sz="2400" b="1">
                <a:solidFill>
                  <a:srgbClr val="37313D"/>
                </a:solidFill>
                <a:latin typeface="Malgun Gothic"/>
                <a:ea typeface="Malgun Gothic"/>
                <a:cs typeface="Malgun Gothic"/>
              </a:defRPr>
            </a:lvl7pPr>
            <a:lvl8pPr>
              <a:buNone/>
              <a:defRPr sz="2400" b="1">
                <a:solidFill>
                  <a:srgbClr val="37313D"/>
                </a:solidFill>
                <a:latin typeface="Malgun Gothic"/>
                <a:ea typeface="Malgun Gothic"/>
                <a:cs typeface="Malgun Gothic"/>
              </a:defRPr>
            </a:lvl8pPr>
            <a:lvl9pPr>
              <a:buNone/>
              <a:defRPr sz="24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흩어진 기록을</a:t>
            </a:r>
          </a:p>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다시 찾기 번거로웠습니다</a:t>
            </a:r>
          </a:p>
        </p:txBody>
      </p:sp>
      <p:graphicFrame>
        <p:nvGraphicFramePr>
          <p:cNvPr id="4" name="표 3">
            <a:extLst>
              <a:ext uri="{FF2B5EF4-FFF2-40B4-BE49-F238E27FC236}">
                <a16:creationId xmlns:a16="http://schemas.microsoft.com/office/drawing/2014/main" id="{398AC831-DAFE-44FB-B68E-9DF4F7CD5126}"/>
              </a:ext>
            </a:extLst>
          </p:cNvPr>
          <p:cNvGraphicFramePr/>
          <p:nvPr/>
        </p:nvGraphicFramePr>
        <p:xfrm>
          <a:off x="609600" y="2686050"/>
          <a:ext cx="5943600" cy="2390775"/>
        </p:xfrm>
        <a:graphic>
          <a:graphicData uri="http://schemas.openxmlformats.org/drawingml/2006/table">
            <a:tbl>
              <a:tblPr/>
              <a:tblGrid>
                <a:gridCol w="17526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78155">
                <a:tc>
                  <a:txBody>
                    <a:bodyPr/>
                    <a:lstStyle/>
                    <a:p>
                      <a:r>
                        <a:rPr sz="1800" b="1">
                          <a:solidFill>
                            <a:srgbClr val="37313D"/>
                          </a:solidFill>
                          <a:latin typeface="Malgun Gothic"/>
                          <a:ea typeface="Malgun Gothic"/>
                          <a:cs typeface="Malgun Gothic"/>
                        </a:rPr>
                        <a:t>날짜별 기록</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r>
                        <a:rPr sz="1800" b="1">
                          <a:solidFill>
                            <a:srgbClr val="37313D"/>
                          </a:solidFill>
                          <a:latin typeface="Malgun Gothic"/>
                          <a:ea typeface="Malgun Gothic"/>
                          <a:cs typeface="Malgun Gothic"/>
                        </a:rPr>
                        <a:t>다시 확인하는 내용</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extLst>
                  <a:ext uri="{0D108BD9-81ED-4DB2-BD59-A6C34878D82A}">
                    <a16:rowId xmlns:a16="http://schemas.microsoft.com/office/drawing/2014/main" val="10000"/>
                  </a:ext>
                </a:extLst>
              </a:tr>
              <a:tr h="478155">
                <a:tc>
                  <a:txBody>
                    <a:bodyPr/>
                    <a:lstStyle/>
                    <a:p>
                      <a:r>
                        <a:rPr sz="1800" b="1">
                          <a:solidFill>
                            <a:srgbClr val="37313D"/>
                          </a:solidFill>
                          <a:latin typeface="Malgun Gothic"/>
                          <a:ea typeface="Malgun Gothic"/>
                          <a:cs typeface="Malgun Gothic"/>
                        </a:rPr>
                        <a:t>계획</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실행 여부와 하루 회고</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1"/>
                  </a:ext>
                </a:extLst>
              </a:tr>
              <a:tr h="478155">
                <a:tc>
                  <a:txBody>
                    <a:bodyPr/>
                    <a:lstStyle/>
                    <a:p>
                      <a:r>
                        <a:rPr sz="1800" b="1">
                          <a:solidFill>
                            <a:srgbClr val="37313D"/>
                          </a:solidFill>
                          <a:latin typeface="Malgun Gothic"/>
                          <a:ea typeface="Malgun Gothic"/>
                          <a:cs typeface="Malgun Gothic"/>
                        </a:rPr>
                        <a:t>운동</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수행 시간과 예상 kcal</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2"/>
                  </a:ext>
                </a:extLst>
              </a:tr>
              <a:tr h="478155">
                <a:tc>
                  <a:txBody>
                    <a:bodyPr/>
                    <a:lstStyle/>
                    <a:p>
                      <a:r>
                        <a:rPr sz="1800" b="1">
                          <a:solidFill>
                            <a:srgbClr val="37313D"/>
                          </a:solidFill>
                          <a:latin typeface="Malgun Gothic"/>
                          <a:ea typeface="Malgun Gothic"/>
                          <a:cs typeface="Malgun Gothic"/>
                        </a:rPr>
                        <a:t>학습</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내용·시간·첨부 자료</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3"/>
                  </a:ext>
                </a:extLst>
              </a:tr>
              <a:tr h="478155">
                <a:tc>
                  <a:txBody>
                    <a:bodyPr/>
                    <a:lstStyle/>
                    <a:p>
                      <a:r>
                        <a:rPr sz="1800" b="1">
                          <a:solidFill>
                            <a:srgbClr val="37313D"/>
                          </a:solidFill>
                          <a:latin typeface="Malgun Gothic"/>
                          <a:ea typeface="Malgun Gothic"/>
                          <a:cs typeface="Malgun Gothic"/>
                        </a:rPr>
                        <a:t>금전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수입·지출과 누적 내역</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copy-19">
            <a:extLst>
              <a:ext uri="{FF2B5EF4-FFF2-40B4-BE49-F238E27FC236}">
                <a16:creationId xmlns:a16="http://schemas.microsoft.com/office/drawing/2014/main" id="{BB6AEAFA-44F0-41E5-98B3-EC06C5BA3128}"/>
              </a:ext>
            </a:extLst>
          </p:cNvPr>
          <p:cNvSpPr>
            <a:spLocks noGrp="1"/>
          </p:cNvSpPr>
          <p:nvPr/>
        </p:nvSpPr>
        <p:spPr>
          <a:xfrm>
            <a:off x="609600" y="5202000"/>
            <a:ext cx="5943600" cy="342900"/>
          </a:xfrm>
          <a:prstGeom prst="rect">
            <a:avLst/>
          </a:prstGeom>
          <a:noFill/>
          <a:ln w="0">
            <a:noFill/>
          </a:ln>
        </p:spPr>
        <p:txBody>
          <a:bodyPr wrap="square" lIns="0" tIns="0" rIns="0" bIns="0" anchor="t">
            <a:noAutofit/>
          </a:bodyPr>
          <a:lstStyle>
            <a:defPPr>
              <a:defRPr sz="1800" b="1">
                <a:solidFill>
                  <a:srgbClr val="8E6077"/>
                </a:solidFill>
                <a:latin typeface="Malgun Gothic"/>
                <a:ea typeface="Malgun Gothic"/>
                <a:cs typeface="Malgun Gothic"/>
              </a:defRPr>
            </a:defPPr>
            <a:lvl1pPr>
              <a:buNone/>
              <a:defRPr sz="2100" b="1">
                <a:solidFill>
                  <a:srgbClr val="8E6077"/>
                </a:solidFill>
                <a:latin typeface="Malgun Gothic"/>
                <a:ea typeface="Malgun Gothic"/>
                <a:cs typeface="Malgun Gothic"/>
              </a:defRPr>
            </a:lvl1pPr>
            <a:lvl2pPr>
              <a:buNone/>
              <a:defRPr sz="2100" b="1">
                <a:solidFill>
                  <a:srgbClr val="8E6077"/>
                </a:solidFill>
                <a:latin typeface="Malgun Gothic"/>
                <a:ea typeface="Malgun Gothic"/>
                <a:cs typeface="Malgun Gothic"/>
              </a:defRPr>
            </a:lvl2pPr>
            <a:lvl3pPr>
              <a:buNone/>
              <a:defRPr sz="2100" b="1">
                <a:solidFill>
                  <a:srgbClr val="8E6077"/>
                </a:solidFill>
                <a:latin typeface="Malgun Gothic"/>
                <a:ea typeface="Malgun Gothic"/>
                <a:cs typeface="Malgun Gothic"/>
              </a:defRPr>
            </a:lvl3pPr>
            <a:lvl4pPr>
              <a:buNone/>
              <a:defRPr sz="2100" b="1">
                <a:solidFill>
                  <a:srgbClr val="8E6077"/>
                </a:solidFill>
                <a:latin typeface="Malgun Gothic"/>
                <a:ea typeface="Malgun Gothic"/>
                <a:cs typeface="Malgun Gothic"/>
              </a:defRPr>
            </a:lvl4pPr>
            <a:lvl5pPr>
              <a:buNone/>
              <a:defRPr sz="2100" b="1">
                <a:solidFill>
                  <a:srgbClr val="8E6077"/>
                </a:solidFill>
                <a:latin typeface="Malgun Gothic"/>
                <a:ea typeface="Malgun Gothic"/>
                <a:cs typeface="Malgun Gothic"/>
              </a:defRPr>
            </a:lvl5pPr>
            <a:lvl6pPr>
              <a:buNone/>
              <a:defRPr sz="2100" b="1">
                <a:solidFill>
                  <a:srgbClr val="8E6077"/>
                </a:solidFill>
                <a:latin typeface="Malgun Gothic"/>
                <a:ea typeface="Malgun Gothic"/>
                <a:cs typeface="Malgun Gothic"/>
              </a:defRPr>
            </a:lvl6pPr>
            <a:lvl7pPr>
              <a:buNone/>
              <a:defRPr sz="2100" b="1">
                <a:solidFill>
                  <a:srgbClr val="8E6077"/>
                </a:solidFill>
                <a:latin typeface="Malgun Gothic"/>
                <a:ea typeface="Malgun Gothic"/>
                <a:cs typeface="Malgun Gothic"/>
              </a:defRPr>
            </a:lvl7pPr>
            <a:lvl8pPr>
              <a:buNone/>
              <a:defRPr sz="2100" b="1">
                <a:solidFill>
                  <a:srgbClr val="8E6077"/>
                </a:solidFill>
                <a:latin typeface="Malgun Gothic"/>
                <a:ea typeface="Malgun Gothic"/>
                <a:cs typeface="Malgun Gothic"/>
              </a:defRPr>
            </a:lvl8pPr>
            <a:lvl9pPr>
              <a:buNone/>
              <a:defRPr sz="2100" b="1">
                <a:solidFill>
                  <a:srgbClr val="8E6077"/>
                </a:solidFill>
                <a:latin typeface="Malgun Gothic"/>
                <a:ea typeface="Malgun Gothic"/>
                <a:cs typeface="Malgun Gothic"/>
              </a:defRPr>
            </a:lvl9pPr>
          </a:lstStyle>
          <a:p>
            <a:pPr>
              <a:buNone/>
              <a:defRPr sz="1800" b="1">
                <a:solidFill>
                  <a:srgbClr val="8E6077"/>
                </a:solidFill>
                <a:latin typeface="Malgun Gothic"/>
                <a:ea typeface="Malgun Gothic"/>
                <a:cs typeface="Malgun Gothic"/>
              </a:defRPr>
            </a:pPr>
            <a:r>
              <a:rPr sz="1800" b="1">
                <a:solidFill>
                  <a:srgbClr val="8E6077"/>
                </a:solidFill>
                <a:latin typeface="Malgun Gothic"/>
                <a:ea typeface="Malgun Gothic"/>
                <a:cs typeface="Malgun Gothic"/>
              </a:rPr>
              <a:t>Windows 앱 우선 개발</a:t>
            </a:r>
          </a:p>
        </p:txBody>
      </p:sp>
      <p:sp>
        <p:nvSpPr>
          <p:cNvPr id="6" name="copy-20">
            <a:extLst>
              <a:ext uri="{FF2B5EF4-FFF2-40B4-BE49-F238E27FC236}">
                <a16:creationId xmlns:a16="http://schemas.microsoft.com/office/drawing/2014/main" id="{165EAE67-DBFE-41B6-86ED-CD9C414FAFBE}"/>
              </a:ext>
            </a:extLst>
          </p:cNvPr>
          <p:cNvSpPr>
            <a:spLocks noGrp="1"/>
          </p:cNvSpPr>
          <p:nvPr/>
        </p:nvSpPr>
        <p:spPr>
          <a:xfrm>
            <a:off x="800100" y="5645625"/>
            <a:ext cx="5562600" cy="276225"/>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00" b="1">
                <a:solidFill>
                  <a:srgbClr val="716877"/>
                </a:solidFill>
                <a:latin typeface="Malgun Gothic"/>
                <a:ea typeface="Malgun Gothic"/>
                <a:cs typeface="Malgun Gothic"/>
              </a:defRPr>
            </a:lvl1pPr>
            <a:lvl2pPr>
              <a:buNone/>
              <a:defRPr sz="1800" b="1">
                <a:solidFill>
                  <a:srgbClr val="716877"/>
                </a:solidFill>
                <a:latin typeface="Malgun Gothic"/>
                <a:ea typeface="Malgun Gothic"/>
                <a:cs typeface="Malgun Gothic"/>
              </a:defRPr>
            </a:lvl2pPr>
            <a:lvl3pPr>
              <a:buNone/>
              <a:defRPr sz="1800" b="1">
                <a:solidFill>
                  <a:srgbClr val="716877"/>
                </a:solidFill>
                <a:latin typeface="Malgun Gothic"/>
                <a:ea typeface="Malgun Gothic"/>
                <a:cs typeface="Malgun Gothic"/>
              </a:defRPr>
            </a:lvl3pPr>
            <a:lvl4pPr>
              <a:buNone/>
              <a:defRPr sz="1800" b="1">
                <a:solidFill>
                  <a:srgbClr val="716877"/>
                </a:solidFill>
                <a:latin typeface="Malgun Gothic"/>
                <a:ea typeface="Malgun Gothic"/>
                <a:cs typeface="Malgun Gothic"/>
              </a:defRPr>
            </a:lvl4pPr>
            <a:lvl5pPr>
              <a:buNone/>
              <a:defRPr sz="1800" b="1">
                <a:solidFill>
                  <a:srgbClr val="716877"/>
                </a:solidFill>
                <a:latin typeface="Malgun Gothic"/>
                <a:ea typeface="Malgun Gothic"/>
                <a:cs typeface="Malgun Gothic"/>
              </a:defRPr>
            </a:lvl5pPr>
            <a:lvl6pPr>
              <a:buNone/>
              <a:defRPr sz="1800" b="1">
                <a:solidFill>
                  <a:srgbClr val="716877"/>
                </a:solidFill>
                <a:latin typeface="Malgun Gothic"/>
                <a:ea typeface="Malgun Gothic"/>
                <a:cs typeface="Malgun Gothic"/>
              </a:defRPr>
            </a:lvl6pPr>
            <a:lvl7pPr>
              <a:buNone/>
              <a:defRPr sz="1800" b="1">
                <a:solidFill>
                  <a:srgbClr val="716877"/>
                </a:solidFill>
                <a:latin typeface="Malgun Gothic"/>
                <a:ea typeface="Malgun Gothic"/>
                <a:cs typeface="Malgun Gothic"/>
              </a:defRPr>
            </a:lvl7pPr>
            <a:lvl8pPr>
              <a:buNone/>
              <a:defRPr sz="1800" b="1">
                <a:solidFill>
                  <a:srgbClr val="716877"/>
                </a:solidFill>
                <a:latin typeface="Malgun Gothic"/>
                <a:ea typeface="Malgun Gothic"/>
                <a:cs typeface="Malgun Gothic"/>
              </a:defRPr>
            </a:lvl8pPr>
            <a:lvl9pPr>
              <a:buNone/>
              <a:defRPr sz="1800" b="1">
                <a:solidFill>
                  <a:srgbClr val="7168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로컬 저장, 트레이 숨김·복원</a:t>
            </a:r>
          </a:p>
        </p:txBody>
      </p:sp>
      <p:pic>
        <p:nvPicPr>
          <p:cNvPr id="7" name="그림 6" descr="PDS 학습 모아보기에서 저장한 영어 읽기 기록의 요약과 공부한 내용을 확대한 화면. 시험 데이터입니다.">
            <a:extLst>
              <a:ext uri="{FF2B5EF4-FFF2-40B4-BE49-F238E27FC236}">
                <a16:creationId xmlns:a16="http://schemas.microsoft.com/office/drawing/2014/main" id="{C844C708-A022-4523-B4CD-207585C7AF5B}"/>
              </a:ext>
            </a:extLst>
          </p:cNvPr>
          <p:cNvPicPr>
            <a:picLocks noChangeAspect="1"/>
          </p:cNvPicPr>
          <p:nvPr/>
        </p:nvPicPr>
        <p:blipFill>
          <a:blip r:embed="rId3"/>
          <a:srcRect l="7028" t="44121" r="35484" b="14909"/>
          <a:stretch/>
        </p:blipFill>
        <p:spPr>
          <a:xfrm>
            <a:off x="7181850" y="2324100"/>
            <a:ext cx="4381500" cy="2955537"/>
          </a:xfrm>
          <a:prstGeom prst="roundRect">
            <a:avLst>
              <a:gd name="adj" fmla="val 3223"/>
            </a:avLst>
          </a:prstGeom>
        </p:spPr>
      </p:pic>
      <p:sp>
        <p:nvSpPr>
          <p:cNvPr id="8" name="copy-21">
            <a:extLst>
              <a:ext uri="{FF2B5EF4-FFF2-40B4-BE49-F238E27FC236}">
                <a16:creationId xmlns:a16="http://schemas.microsoft.com/office/drawing/2014/main" id="{497C77A8-BEDA-44FC-BD06-80969C6D63E3}"/>
              </a:ext>
            </a:extLst>
          </p:cNvPr>
          <p:cNvSpPr>
            <a:spLocks noGrp="1"/>
          </p:cNvSpPr>
          <p:nvPr/>
        </p:nvSpPr>
        <p:spPr>
          <a:xfrm>
            <a:off x="7162800" y="5543550"/>
            <a:ext cx="4419600" cy="26670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학습 기록 모아보기 예시 · 시험 데이터</a:t>
            </a:r>
          </a:p>
        </p:txBody>
      </p:sp>
      <p:sp>
        <p:nvSpPr>
          <p:cNvPr id="11" name="learning-record-label">
            <a:extLst>
              <a:ext uri="{FF2B5EF4-FFF2-40B4-BE49-F238E27FC236}">
                <a16:creationId xmlns:a16="http://schemas.microsoft.com/office/drawing/2014/main" id="{CFDDD9D5-9606-495C-B4F1-C54F1A0CA3FE}"/>
              </a:ext>
            </a:extLst>
          </p:cNvPr>
          <p:cNvSpPr>
            <a:spLocks noGrp="1"/>
          </p:cNvSpPr>
          <p:nvPr/>
        </p:nvSpPr>
        <p:spPr>
          <a:xfrm>
            <a:off x="7162800" y="1695450"/>
            <a:ext cx="4419600" cy="419100"/>
          </a:xfrm>
          <a:prstGeom prst="rect">
            <a:avLst/>
          </a:prstGeom>
          <a:noFill/>
          <a:ln w="0">
            <a:noFill/>
          </a:ln>
        </p:spPr>
        <p:txBody>
          <a:bodyPr wrap="none" lIns="0" tIns="0" rIns="0" bIns="0" anchor="t">
            <a:noAutofit/>
          </a:bodyPr>
          <a:lstStyle>
            <a:defPPr>
              <a:defRPr sz="2200" b="1">
                <a:solidFill>
                  <a:srgbClr val="8E6077"/>
                </a:solidFill>
                <a:latin typeface="Malgun Gothic"/>
                <a:ea typeface="Malgun Gothic"/>
                <a:cs typeface="Malgun Gothic"/>
              </a:defRPr>
            </a:defPPr>
            <a:lvl1pPr>
              <a:buNone/>
              <a:defRPr sz="2200" b="1">
                <a:solidFill>
                  <a:srgbClr val="8E6077"/>
                </a:solidFill>
                <a:latin typeface="Malgun Gothic"/>
                <a:ea typeface="Malgun Gothic"/>
                <a:cs typeface="Malgun Gothic"/>
              </a:defRPr>
            </a:lvl1pPr>
            <a:lvl2pPr>
              <a:buNone/>
              <a:defRPr sz="2200" b="1">
                <a:solidFill>
                  <a:srgbClr val="8E6077"/>
                </a:solidFill>
                <a:latin typeface="Malgun Gothic"/>
                <a:ea typeface="Malgun Gothic"/>
                <a:cs typeface="Malgun Gothic"/>
              </a:defRPr>
            </a:lvl2pPr>
            <a:lvl3pPr>
              <a:buNone/>
              <a:defRPr sz="2200" b="1">
                <a:solidFill>
                  <a:srgbClr val="8E6077"/>
                </a:solidFill>
                <a:latin typeface="Malgun Gothic"/>
                <a:ea typeface="Malgun Gothic"/>
                <a:cs typeface="Malgun Gothic"/>
              </a:defRPr>
            </a:lvl3pPr>
            <a:lvl4pPr>
              <a:buNone/>
              <a:defRPr sz="2200" b="1">
                <a:solidFill>
                  <a:srgbClr val="8E6077"/>
                </a:solidFill>
                <a:latin typeface="Malgun Gothic"/>
                <a:ea typeface="Malgun Gothic"/>
                <a:cs typeface="Malgun Gothic"/>
              </a:defRPr>
            </a:lvl4pPr>
            <a:lvl5pPr>
              <a:buNone/>
              <a:defRPr sz="2200" b="1">
                <a:solidFill>
                  <a:srgbClr val="8E6077"/>
                </a:solidFill>
                <a:latin typeface="Malgun Gothic"/>
                <a:ea typeface="Malgun Gothic"/>
                <a:cs typeface="Malgun Gothic"/>
              </a:defRPr>
            </a:lvl5pPr>
            <a:lvl6pPr>
              <a:buNone/>
              <a:defRPr sz="2200" b="1">
                <a:solidFill>
                  <a:srgbClr val="8E6077"/>
                </a:solidFill>
                <a:latin typeface="Malgun Gothic"/>
                <a:ea typeface="Malgun Gothic"/>
                <a:cs typeface="Malgun Gothic"/>
              </a:defRPr>
            </a:lvl6pPr>
            <a:lvl7pPr>
              <a:buNone/>
              <a:defRPr sz="2200" b="1">
                <a:solidFill>
                  <a:srgbClr val="8E6077"/>
                </a:solidFill>
                <a:latin typeface="Malgun Gothic"/>
                <a:ea typeface="Malgun Gothic"/>
                <a:cs typeface="Malgun Gothic"/>
              </a:defRPr>
            </a:lvl7pPr>
            <a:lvl8pPr>
              <a:buNone/>
              <a:defRPr sz="2200" b="1">
                <a:solidFill>
                  <a:srgbClr val="8E6077"/>
                </a:solidFill>
                <a:latin typeface="Malgun Gothic"/>
                <a:ea typeface="Malgun Gothic"/>
                <a:cs typeface="Malgun Gothic"/>
              </a:defRPr>
            </a:lvl8pPr>
            <a:lvl9pPr>
              <a:buNone/>
              <a:defRPr sz="2200"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저장한 학습 기록</a:t>
            </a:r>
          </a:p>
        </p:txBody>
      </p:sp>
      <p:sp>
        <p:nvSpPr>
          <p:cNvPr id="13" name="brand-footer-3">
            <a:extLst>
              <a:ext uri="{FF2B5EF4-FFF2-40B4-BE49-F238E27FC236}">
                <a16:creationId xmlns:a16="http://schemas.microsoft.com/office/drawing/2014/main" id="{197C17FA-EA8D-45C6-A748-5AC4B815A86A}"/>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
        <p:nvSpPr>
          <p:cNvPr id="14" name="performance-measurement-note">
            <a:extLst>
              <a:ext uri="{FF2B5EF4-FFF2-40B4-BE49-F238E27FC236}">
                <a16:creationId xmlns:a16="http://schemas.microsoft.com/office/drawing/2014/main" id="{416418E7-4E20-4AB2-9EB3-CD8063A268AE}"/>
              </a:ext>
            </a:extLst>
          </p:cNvPr>
          <p:cNvSpPr>
            <a:spLocks noGrp="1"/>
          </p:cNvSpPr>
          <p:nvPr/>
        </p:nvSpPr>
        <p:spPr>
          <a:xfrm>
            <a:off x="800100" y="5965200"/>
            <a:ext cx="5562600" cy="228600"/>
          </a:xfrm>
          <a:prstGeom prst="rect">
            <a:avLst/>
          </a:prstGeom>
          <a:noFill/>
          <a:ln w="0">
            <a:noFill/>
          </a:ln>
        </p:spPr>
        <p:txBody>
          <a:bodyPr wrap="none" lIns="0" tIns="0" rIns="0" bIns="0">
            <a:noAutofit/>
          </a:bodyPr>
          <a:lstStyle>
            <a:defPPr>
              <a:defRPr sz="1500">
                <a:solidFill>
                  <a:srgbClr val="5F5665"/>
                </a:solidFill>
                <a:latin typeface="Malgun Gothic"/>
                <a:ea typeface="Malgun Gothic"/>
                <a:cs typeface="Malgun Gothic"/>
              </a:defRPr>
            </a:defPPr>
            <a:lvl1pPr>
              <a:buNone/>
              <a:defRPr sz="1500">
                <a:solidFill>
                  <a:srgbClr val="5F5665"/>
                </a:solidFill>
                <a:latin typeface="Malgun Gothic"/>
                <a:ea typeface="Malgun Gothic"/>
                <a:cs typeface="Malgun Gothic"/>
              </a:defRPr>
            </a:lvl1pPr>
            <a:lvl2pPr>
              <a:buNone/>
              <a:defRPr sz="1500">
                <a:solidFill>
                  <a:srgbClr val="5F5665"/>
                </a:solidFill>
                <a:latin typeface="Malgun Gothic"/>
                <a:ea typeface="Malgun Gothic"/>
                <a:cs typeface="Malgun Gothic"/>
              </a:defRPr>
            </a:lvl2pPr>
            <a:lvl3pPr>
              <a:buNone/>
              <a:defRPr sz="1500">
                <a:solidFill>
                  <a:srgbClr val="5F5665"/>
                </a:solidFill>
                <a:latin typeface="Malgun Gothic"/>
                <a:ea typeface="Malgun Gothic"/>
                <a:cs typeface="Malgun Gothic"/>
              </a:defRPr>
            </a:lvl3pPr>
            <a:lvl4pPr>
              <a:buNone/>
              <a:defRPr sz="1500">
                <a:solidFill>
                  <a:srgbClr val="5F5665"/>
                </a:solidFill>
                <a:latin typeface="Malgun Gothic"/>
                <a:ea typeface="Malgun Gothic"/>
                <a:cs typeface="Malgun Gothic"/>
              </a:defRPr>
            </a:lvl4pPr>
            <a:lvl5pPr>
              <a:buNone/>
              <a:defRPr sz="1500">
                <a:solidFill>
                  <a:srgbClr val="5F5665"/>
                </a:solidFill>
                <a:latin typeface="Malgun Gothic"/>
                <a:ea typeface="Malgun Gothic"/>
                <a:cs typeface="Malgun Gothic"/>
              </a:defRPr>
            </a:lvl5pPr>
            <a:lvl6pPr>
              <a:buNone/>
              <a:defRPr sz="1500">
                <a:solidFill>
                  <a:srgbClr val="5F5665"/>
                </a:solidFill>
                <a:latin typeface="Malgun Gothic"/>
                <a:ea typeface="Malgun Gothic"/>
                <a:cs typeface="Malgun Gothic"/>
              </a:defRPr>
            </a:lvl6pPr>
            <a:lvl7pPr>
              <a:buNone/>
              <a:defRPr sz="1500">
                <a:solidFill>
                  <a:srgbClr val="5F5665"/>
                </a:solidFill>
                <a:latin typeface="Malgun Gothic"/>
                <a:ea typeface="Malgun Gothic"/>
                <a:cs typeface="Malgun Gothic"/>
              </a:defRPr>
            </a:lvl7pPr>
            <a:lvl8pPr>
              <a:buNone/>
              <a:defRPr sz="1500">
                <a:solidFill>
                  <a:srgbClr val="5F5665"/>
                </a:solidFill>
                <a:latin typeface="Malgun Gothic"/>
                <a:ea typeface="Malgun Gothic"/>
                <a:cs typeface="Malgun Gothic"/>
              </a:defRPr>
            </a:lvl8pPr>
            <a:lvl9pPr>
              <a:buNone/>
              <a:defRPr sz="1500">
                <a:solidFill>
                  <a:srgbClr val="5F5665"/>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CPU·메모리 사용량은 별도로 측정</a:t>
            </a:r>
          </a:p>
        </p:txBody>
      </p:sp>
    </p:spTree>
    <p:extLst>
      <p:ext uri="{BB962C8B-B14F-4D97-AF65-F5344CB8AC3E}">
        <p14:creationId xmlns:p14="http://schemas.microsoft.com/office/powerpoint/2010/main" val="1014635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22" name="screenshot-frame-4">
            <a:extLst>
              <a:ext uri="{FF2B5EF4-FFF2-40B4-BE49-F238E27FC236}">
                <a16:creationId xmlns:a16="http://schemas.microsoft.com/office/drawing/2014/main" id="{9CDD81C8-20D0-41E4-BC14-80FB81B2CB7E}"/>
              </a:ext>
            </a:extLst>
          </p:cNvPr>
          <p:cNvSpPr>
            <a:spLocks noGrp="1"/>
          </p:cNvSpPr>
          <p:nvPr/>
        </p:nvSpPr>
        <p:spPr>
          <a:xfrm>
            <a:off x="7772400" y="1695450"/>
            <a:ext cx="3810000" cy="4191000"/>
          </a:xfrm>
          <a:prstGeom prst="roundRect">
            <a:avLst>
              <a:gd name="adj" fmla="val 3000"/>
            </a:avLst>
          </a:prstGeom>
          <a:solidFill>
            <a:srgbClr val="FFFFFF"/>
          </a:solidFill>
          <a:ln w="10478">
            <a:solidFill>
              <a:srgbClr val="D9C5D0"/>
            </a:solidFill>
          </a:ln>
        </p:spPr>
        <p:style>
          <a:lnRef idx="0">
            <a:scrgbClr r="0" g="0" b="0"/>
          </a:lnRef>
          <a:fillRef idx="0">
            <a:scrgbClr r="0" g="0" b="0"/>
          </a:fillRef>
          <a:effectRef idx="11">
            <a:scrgbClr r="0" g="0" b="0"/>
          </a:effectRef>
          <a:fontRef idx="major"/>
        </p:style>
      </p:sp>
      <p:sp>
        <p:nvSpPr>
          <p:cNvPr id="21" name="key-rule-4">
            <a:extLst>
              <a:ext uri="{FF2B5EF4-FFF2-40B4-BE49-F238E27FC236}">
                <a16:creationId xmlns:a16="http://schemas.microsoft.com/office/drawing/2014/main" id="{B4758932-644A-4088-A346-F8E44D9FB89E}"/>
              </a:ext>
            </a:extLst>
          </p:cNvPr>
          <p:cNvSpPr>
            <a:spLocks noGrp="1"/>
          </p:cNvSpPr>
          <p:nvPr/>
        </p:nvSpPr>
        <p:spPr>
          <a:xfrm>
            <a:off x="609600" y="5086350"/>
            <a:ext cx="6553200" cy="400050"/>
          </a:xfrm>
          <a:prstGeom prst="rect">
            <a:avLst/>
          </a:prstGeom>
          <a:solidFill>
            <a:srgbClr val="EBD3DF"/>
          </a:solidFill>
          <a:ln w="0">
            <a:noFill/>
          </a:ln>
        </p:spPr>
      </p:sp>
      <p:sp>
        <p:nvSpPr>
          <p:cNvPr id="17" name="copy-22">
            <a:extLst>
              <a:ext uri="{FF2B5EF4-FFF2-40B4-BE49-F238E27FC236}">
                <a16:creationId xmlns:a16="http://schemas.microsoft.com/office/drawing/2014/main" id="{5C3C5702-5262-4D62-AD3C-A05552182AC9}"/>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04</a:t>
            </a:r>
          </a:p>
        </p:txBody>
      </p:sp>
      <p:sp>
        <p:nvSpPr>
          <p:cNvPr id="2" name="title-4">
            <a:extLst>
              <a:ext uri="{FF2B5EF4-FFF2-40B4-BE49-F238E27FC236}">
                <a16:creationId xmlns:a16="http://schemas.microsoft.com/office/drawing/2014/main" id="{88D136E0-9667-4C77-999E-020A86B75DB2}"/>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계획과 실행, 회고의 사용 흐름</a:t>
            </a:r>
          </a:p>
        </p:txBody>
      </p:sp>
      <p:sp>
        <p:nvSpPr>
          <p:cNvPr id="3" name="copy-23">
            <a:extLst>
              <a:ext uri="{FF2B5EF4-FFF2-40B4-BE49-F238E27FC236}">
                <a16:creationId xmlns:a16="http://schemas.microsoft.com/office/drawing/2014/main" id="{DA7884B2-B532-4A7B-827B-D5891BEE17FE}"/>
              </a:ext>
            </a:extLst>
          </p:cNvPr>
          <p:cNvSpPr>
            <a:spLocks noGrp="1"/>
          </p:cNvSpPr>
          <p:nvPr/>
        </p:nvSpPr>
        <p:spPr>
          <a:xfrm>
            <a:off x="1143000" y="1695450"/>
            <a:ext cx="1066800" cy="419100"/>
          </a:xfrm>
          <a:prstGeom prst="rect">
            <a:avLst/>
          </a:prstGeom>
          <a:noFill/>
          <a:ln w="0">
            <a:noFill/>
          </a:ln>
        </p:spPr>
        <p:txBody>
          <a:bodyPr wrap="square" lIns="0" tIns="0" rIns="0" bIns="0" anchor="t">
            <a:noAutofit/>
          </a:bodyPr>
          <a:lstStyle>
            <a:defPPr>
              <a:defRPr sz="2200" b="1">
                <a:solidFill>
                  <a:srgbClr val="704F64"/>
                </a:solidFill>
                <a:latin typeface="Bahnschrift"/>
                <a:ea typeface="Bahnschrift"/>
                <a:cs typeface="Bahnschrift"/>
              </a:defRPr>
            </a:defPPr>
            <a:lvl1pPr>
              <a:buNone/>
              <a:defRPr sz="2625" b="1">
                <a:solidFill>
                  <a:srgbClr val="8E6077"/>
                </a:solidFill>
                <a:latin typeface="Bahnschrift"/>
                <a:ea typeface="Bahnschrift"/>
                <a:cs typeface="Bahnschrift"/>
              </a:defRPr>
            </a:lvl1pPr>
            <a:lvl2pPr>
              <a:buNone/>
              <a:defRPr sz="2625" b="1">
                <a:solidFill>
                  <a:srgbClr val="8E6077"/>
                </a:solidFill>
                <a:latin typeface="Bahnschrift"/>
                <a:ea typeface="Bahnschrift"/>
                <a:cs typeface="Bahnschrift"/>
              </a:defRPr>
            </a:lvl2pPr>
            <a:lvl3pPr>
              <a:buNone/>
              <a:defRPr sz="2625" b="1">
                <a:solidFill>
                  <a:srgbClr val="8E6077"/>
                </a:solidFill>
                <a:latin typeface="Bahnschrift"/>
                <a:ea typeface="Bahnschrift"/>
                <a:cs typeface="Bahnschrift"/>
              </a:defRPr>
            </a:lvl3pPr>
            <a:lvl4pPr>
              <a:buNone/>
              <a:defRPr sz="2625" b="1">
                <a:solidFill>
                  <a:srgbClr val="8E6077"/>
                </a:solidFill>
                <a:latin typeface="Bahnschrift"/>
                <a:ea typeface="Bahnschrift"/>
                <a:cs typeface="Bahnschrift"/>
              </a:defRPr>
            </a:lvl4pPr>
            <a:lvl5pPr>
              <a:buNone/>
              <a:defRPr sz="2625" b="1">
                <a:solidFill>
                  <a:srgbClr val="8E6077"/>
                </a:solidFill>
                <a:latin typeface="Bahnschrift"/>
                <a:ea typeface="Bahnschrift"/>
                <a:cs typeface="Bahnschrift"/>
              </a:defRPr>
            </a:lvl5pPr>
            <a:lvl6pPr>
              <a:buNone/>
              <a:defRPr sz="2625" b="1">
                <a:solidFill>
                  <a:srgbClr val="8E6077"/>
                </a:solidFill>
                <a:latin typeface="Bahnschrift"/>
                <a:ea typeface="Bahnschrift"/>
                <a:cs typeface="Bahnschrift"/>
              </a:defRPr>
            </a:lvl6pPr>
            <a:lvl7pPr>
              <a:buNone/>
              <a:defRPr sz="2625" b="1">
                <a:solidFill>
                  <a:srgbClr val="8E6077"/>
                </a:solidFill>
                <a:latin typeface="Bahnschrift"/>
                <a:ea typeface="Bahnschrift"/>
                <a:cs typeface="Bahnschrift"/>
              </a:defRPr>
            </a:lvl7pPr>
            <a:lvl8pPr>
              <a:buNone/>
              <a:defRPr sz="2625" b="1">
                <a:solidFill>
                  <a:srgbClr val="8E6077"/>
                </a:solidFill>
                <a:latin typeface="Bahnschrift"/>
                <a:ea typeface="Bahnschrift"/>
                <a:cs typeface="Bahnschrift"/>
              </a:defRPr>
            </a:lvl8pPr>
            <a:lvl9pPr>
              <a:buNone/>
              <a:defRPr sz="2625" b="1">
                <a:solidFill>
                  <a:srgbClr val="8E6077"/>
                </a:solidFill>
                <a:latin typeface="Bahnschrift"/>
                <a:ea typeface="Bahnschrift"/>
                <a:cs typeface="Bahnschrift"/>
              </a:defRPr>
            </a:lvl9pPr>
          </a:lstStyle>
          <a:p>
            <a:pPr>
              <a:buNone/>
              <a:defRPr sz="2200" b="1">
                <a:solidFill>
                  <a:srgbClr val="704F64"/>
                </a:solidFill>
                <a:latin typeface="Bahnschrift"/>
                <a:ea typeface="Bahnschrift"/>
                <a:cs typeface="Bahnschrift"/>
              </a:defRPr>
            </a:pPr>
            <a:r>
              <a:rPr sz="2200" b="1">
                <a:solidFill>
                  <a:srgbClr val="704F64"/>
                </a:solidFill>
                <a:latin typeface="Bahnschrift"/>
                <a:ea typeface="Bahnschrift"/>
                <a:cs typeface="Bahnschrift"/>
              </a:rPr>
              <a:t>PLAN</a:t>
            </a:r>
          </a:p>
        </p:txBody>
      </p:sp>
      <p:sp>
        <p:nvSpPr>
          <p:cNvPr id="4" name="copy-24">
            <a:extLst>
              <a:ext uri="{FF2B5EF4-FFF2-40B4-BE49-F238E27FC236}">
                <a16:creationId xmlns:a16="http://schemas.microsoft.com/office/drawing/2014/main" id="{45BFC812-A407-4D73-89E6-13E4DCB22EF1}"/>
              </a:ext>
            </a:extLst>
          </p:cNvPr>
          <p:cNvSpPr>
            <a:spLocks noGrp="1"/>
          </p:cNvSpPr>
          <p:nvPr/>
        </p:nvSpPr>
        <p:spPr>
          <a:xfrm>
            <a:off x="2476500" y="1695450"/>
            <a:ext cx="46863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75" b="1">
                <a:solidFill>
                  <a:srgbClr val="37313D"/>
                </a:solidFill>
                <a:latin typeface="Malgun Gothic"/>
                <a:ea typeface="Malgun Gothic"/>
                <a:cs typeface="Malgun Gothic"/>
              </a:defRPr>
            </a:lvl1pPr>
            <a:lvl2pPr>
              <a:buNone/>
              <a:defRPr sz="2175" b="1">
                <a:solidFill>
                  <a:srgbClr val="37313D"/>
                </a:solidFill>
                <a:latin typeface="Malgun Gothic"/>
                <a:ea typeface="Malgun Gothic"/>
                <a:cs typeface="Malgun Gothic"/>
              </a:defRPr>
            </a:lvl2pPr>
            <a:lvl3pPr>
              <a:buNone/>
              <a:defRPr sz="2175" b="1">
                <a:solidFill>
                  <a:srgbClr val="37313D"/>
                </a:solidFill>
                <a:latin typeface="Malgun Gothic"/>
                <a:ea typeface="Malgun Gothic"/>
                <a:cs typeface="Malgun Gothic"/>
              </a:defRPr>
            </a:lvl3pPr>
            <a:lvl4pPr>
              <a:buNone/>
              <a:defRPr sz="2175" b="1">
                <a:solidFill>
                  <a:srgbClr val="37313D"/>
                </a:solidFill>
                <a:latin typeface="Malgun Gothic"/>
                <a:ea typeface="Malgun Gothic"/>
                <a:cs typeface="Malgun Gothic"/>
              </a:defRPr>
            </a:lvl4pPr>
            <a:lvl5pPr>
              <a:buNone/>
              <a:defRPr sz="2175" b="1">
                <a:solidFill>
                  <a:srgbClr val="37313D"/>
                </a:solidFill>
                <a:latin typeface="Malgun Gothic"/>
                <a:ea typeface="Malgun Gothic"/>
                <a:cs typeface="Malgun Gothic"/>
              </a:defRPr>
            </a:lvl5pPr>
            <a:lvl6pPr>
              <a:buNone/>
              <a:defRPr sz="2175" b="1">
                <a:solidFill>
                  <a:srgbClr val="37313D"/>
                </a:solidFill>
                <a:latin typeface="Malgun Gothic"/>
                <a:ea typeface="Malgun Gothic"/>
                <a:cs typeface="Malgun Gothic"/>
              </a:defRPr>
            </a:lvl6pPr>
            <a:lvl7pPr>
              <a:buNone/>
              <a:defRPr sz="2175" b="1">
                <a:solidFill>
                  <a:srgbClr val="37313D"/>
                </a:solidFill>
                <a:latin typeface="Malgun Gothic"/>
                <a:ea typeface="Malgun Gothic"/>
                <a:cs typeface="Malgun Gothic"/>
              </a:defRPr>
            </a:lvl7pPr>
            <a:lvl8pPr>
              <a:buNone/>
              <a:defRPr sz="2175" b="1">
                <a:solidFill>
                  <a:srgbClr val="37313D"/>
                </a:solidFill>
                <a:latin typeface="Malgun Gothic"/>
                <a:ea typeface="Malgun Gothic"/>
                <a:cs typeface="Malgun Gothic"/>
              </a:defRPr>
            </a:lvl8pPr>
            <a:lvl9pPr>
              <a:buNone/>
              <a:defRPr sz="2175"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계획 작성</a:t>
            </a:r>
          </a:p>
        </p:txBody>
      </p:sp>
      <p:sp>
        <p:nvSpPr>
          <p:cNvPr id="5" name="copy-25">
            <a:extLst>
              <a:ext uri="{FF2B5EF4-FFF2-40B4-BE49-F238E27FC236}">
                <a16:creationId xmlns:a16="http://schemas.microsoft.com/office/drawing/2014/main" id="{9227F2F4-CED4-4BA2-A026-60F6B9DB7CA0}"/>
              </a:ext>
            </a:extLst>
          </p:cNvPr>
          <p:cNvSpPr>
            <a:spLocks noGrp="1"/>
          </p:cNvSpPr>
          <p:nvPr/>
        </p:nvSpPr>
        <p:spPr>
          <a:xfrm>
            <a:off x="2476500" y="2181225"/>
            <a:ext cx="4686300" cy="381000"/>
          </a:xfrm>
          <a:prstGeom prst="rect">
            <a:avLst/>
          </a:prstGeom>
          <a:noFill/>
          <a:ln w="0">
            <a:noFill/>
          </a:ln>
        </p:spPr>
        <p:txBody>
          <a:bodyPr wrap="none" lIns="0" tIns="0" rIns="0" bIns="0" anchor="t">
            <a:noAutofit/>
          </a:bodyPr>
          <a:lstStyle>
            <a:defPPr>
              <a:defRPr sz="1800">
                <a:solidFill>
                  <a:srgbClr val="37313D"/>
                </a:solidFill>
                <a:latin typeface="Malgun Gothic"/>
                <a:ea typeface="Malgun Gothic"/>
                <a:cs typeface="Malgun Gothic"/>
              </a:defRPr>
            </a:defPPr>
            <a:lvl1pPr>
              <a:buNone/>
              <a:defRPr sz="1800">
                <a:solidFill>
                  <a:srgbClr val="37313D"/>
                </a:solidFill>
                <a:latin typeface="Malgun Gothic"/>
                <a:ea typeface="Malgun Gothic"/>
                <a:cs typeface="Malgun Gothic"/>
              </a:defRPr>
            </a:lvl1pPr>
            <a:lvl2pPr>
              <a:buNone/>
              <a:defRPr sz="1800">
                <a:solidFill>
                  <a:srgbClr val="37313D"/>
                </a:solidFill>
                <a:latin typeface="Malgun Gothic"/>
                <a:ea typeface="Malgun Gothic"/>
                <a:cs typeface="Malgun Gothic"/>
              </a:defRPr>
            </a:lvl2pPr>
            <a:lvl3pPr>
              <a:buNone/>
              <a:defRPr sz="1800">
                <a:solidFill>
                  <a:srgbClr val="37313D"/>
                </a:solidFill>
                <a:latin typeface="Malgun Gothic"/>
                <a:ea typeface="Malgun Gothic"/>
                <a:cs typeface="Malgun Gothic"/>
              </a:defRPr>
            </a:lvl3pPr>
            <a:lvl4pPr>
              <a:buNone/>
              <a:defRPr sz="1800">
                <a:solidFill>
                  <a:srgbClr val="37313D"/>
                </a:solidFill>
                <a:latin typeface="Malgun Gothic"/>
                <a:ea typeface="Malgun Gothic"/>
                <a:cs typeface="Malgun Gothic"/>
              </a:defRPr>
            </a:lvl4pPr>
            <a:lvl5pPr>
              <a:buNone/>
              <a:defRPr sz="1800">
                <a:solidFill>
                  <a:srgbClr val="37313D"/>
                </a:solidFill>
                <a:latin typeface="Malgun Gothic"/>
                <a:ea typeface="Malgun Gothic"/>
                <a:cs typeface="Malgun Gothic"/>
              </a:defRPr>
            </a:lvl5pPr>
            <a:lvl6pPr>
              <a:buNone/>
              <a:defRPr sz="1800">
                <a:solidFill>
                  <a:srgbClr val="37313D"/>
                </a:solidFill>
                <a:latin typeface="Malgun Gothic"/>
                <a:ea typeface="Malgun Gothic"/>
                <a:cs typeface="Malgun Gothic"/>
              </a:defRPr>
            </a:lvl6pPr>
            <a:lvl7pPr>
              <a:buNone/>
              <a:defRPr sz="1800">
                <a:solidFill>
                  <a:srgbClr val="37313D"/>
                </a:solidFill>
                <a:latin typeface="Malgun Gothic"/>
                <a:ea typeface="Malgun Gothic"/>
                <a:cs typeface="Malgun Gothic"/>
              </a:defRPr>
            </a:lvl7pPr>
            <a:lvl8pPr>
              <a:buNone/>
              <a:defRPr sz="1800">
                <a:solidFill>
                  <a:srgbClr val="37313D"/>
                </a:solidFill>
                <a:latin typeface="Malgun Gothic"/>
                <a:ea typeface="Malgun Gothic"/>
                <a:cs typeface="Malgun Gothic"/>
              </a:defRPr>
            </a:lvl8pPr>
            <a:lvl9pPr>
              <a:buNone/>
              <a:defRPr sz="1800">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우선순위와 시간·메모 입력</a:t>
            </a:r>
          </a:p>
        </p:txBody>
      </p:sp>
      <p:sp>
        <p:nvSpPr>
          <p:cNvPr id="6" name="copy-26">
            <a:extLst>
              <a:ext uri="{FF2B5EF4-FFF2-40B4-BE49-F238E27FC236}">
                <a16:creationId xmlns:a16="http://schemas.microsoft.com/office/drawing/2014/main" id="{205ADA0C-2E5D-4100-B0C1-34F1A215C584}"/>
              </a:ext>
            </a:extLst>
          </p:cNvPr>
          <p:cNvSpPr>
            <a:spLocks noGrp="1"/>
          </p:cNvSpPr>
          <p:nvPr/>
        </p:nvSpPr>
        <p:spPr>
          <a:xfrm>
            <a:off x="1143000" y="2838450"/>
            <a:ext cx="1066800" cy="419100"/>
          </a:xfrm>
          <a:prstGeom prst="rect">
            <a:avLst/>
          </a:prstGeom>
          <a:noFill/>
          <a:ln w="0">
            <a:noFill/>
          </a:ln>
        </p:spPr>
        <p:txBody>
          <a:bodyPr wrap="square" lIns="0" tIns="0" rIns="0" bIns="0" anchor="t">
            <a:noAutofit/>
          </a:bodyPr>
          <a:lstStyle>
            <a:defPPr>
              <a:defRPr sz="2200" b="1">
                <a:solidFill>
                  <a:srgbClr val="90677F"/>
                </a:solidFill>
                <a:latin typeface="Bahnschrift"/>
                <a:ea typeface="Bahnschrift"/>
                <a:cs typeface="Bahnschrift"/>
              </a:defRPr>
            </a:defPPr>
            <a:lvl1pPr>
              <a:buNone/>
              <a:defRPr sz="2625" b="1">
                <a:solidFill>
                  <a:srgbClr val="8E6077"/>
                </a:solidFill>
                <a:latin typeface="Bahnschrift"/>
                <a:ea typeface="Bahnschrift"/>
                <a:cs typeface="Bahnschrift"/>
              </a:defRPr>
            </a:lvl1pPr>
            <a:lvl2pPr>
              <a:buNone/>
              <a:defRPr sz="2625" b="1">
                <a:solidFill>
                  <a:srgbClr val="8E6077"/>
                </a:solidFill>
                <a:latin typeface="Bahnschrift"/>
                <a:ea typeface="Bahnschrift"/>
                <a:cs typeface="Bahnschrift"/>
              </a:defRPr>
            </a:lvl2pPr>
            <a:lvl3pPr>
              <a:buNone/>
              <a:defRPr sz="2625" b="1">
                <a:solidFill>
                  <a:srgbClr val="8E6077"/>
                </a:solidFill>
                <a:latin typeface="Bahnschrift"/>
                <a:ea typeface="Bahnschrift"/>
                <a:cs typeface="Bahnschrift"/>
              </a:defRPr>
            </a:lvl3pPr>
            <a:lvl4pPr>
              <a:buNone/>
              <a:defRPr sz="2625" b="1">
                <a:solidFill>
                  <a:srgbClr val="8E6077"/>
                </a:solidFill>
                <a:latin typeface="Bahnschrift"/>
                <a:ea typeface="Bahnschrift"/>
                <a:cs typeface="Bahnschrift"/>
              </a:defRPr>
            </a:lvl4pPr>
            <a:lvl5pPr>
              <a:buNone/>
              <a:defRPr sz="2625" b="1">
                <a:solidFill>
                  <a:srgbClr val="8E6077"/>
                </a:solidFill>
                <a:latin typeface="Bahnschrift"/>
                <a:ea typeface="Bahnschrift"/>
                <a:cs typeface="Bahnschrift"/>
              </a:defRPr>
            </a:lvl5pPr>
            <a:lvl6pPr>
              <a:buNone/>
              <a:defRPr sz="2625" b="1">
                <a:solidFill>
                  <a:srgbClr val="8E6077"/>
                </a:solidFill>
                <a:latin typeface="Bahnschrift"/>
                <a:ea typeface="Bahnschrift"/>
                <a:cs typeface="Bahnschrift"/>
              </a:defRPr>
            </a:lvl6pPr>
            <a:lvl7pPr>
              <a:buNone/>
              <a:defRPr sz="2625" b="1">
                <a:solidFill>
                  <a:srgbClr val="8E6077"/>
                </a:solidFill>
                <a:latin typeface="Bahnschrift"/>
                <a:ea typeface="Bahnschrift"/>
                <a:cs typeface="Bahnschrift"/>
              </a:defRPr>
            </a:lvl7pPr>
            <a:lvl8pPr>
              <a:buNone/>
              <a:defRPr sz="2625" b="1">
                <a:solidFill>
                  <a:srgbClr val="8E6077"/>
                </a:solidFill>
                <a:latin typeface="Bahnschrift"/>
                <a:ea typeface="Bahnschrift"/>
                <a:cs typeface="Bahnschrift"/>
              </a:defRPr>
            </a:lvl8pPr>
            <a:lvl9pPr>
              <a:buNone/>
              <a:defRPr sz="2625" b="1">
                <a:solidFill>
                  <a:srgbClr val="8E6077"/>
                </a:solidFill>
                <a:latin typeface="Bahnschrift"/>
                <a:ea typeface="Bahnschrift"/>
                <a:cs typeface="Bahnschrift"/>
              </a:defRPr>
            </a:lvl9pPr>
          </a:lstStyle>
          <a:p>
            <a:pPr>
              <a:buNone/>
              <a:defRPr sz="2200" b="1">
                <a:solidFill>
                  <a:srgbClr val="90677F"/>
                </a:solidFill>
                <a:latin typeface="Bahnschrift"/>
                <a:ea typeface="Bahnschrift"/>
                <a:cs typeface="Bahnschrift"/>
              </a:defRPr>
            </a:pPr>
            <a:r>
              <a:rPr sz="2200" b="1">
                <a:solidFill>
                  <a:srgbClr val="90677F"/>
                </a:solidFill>
                <a:latin typeface="Bahnschrift"/>
                <a:ea typeface="Bahnschrift"/>
                <a:cs typeface="Bahnschrift"/>
              </a:rPr>
              <a:t>DO</a:t>
            </a:r>
          </a:p>
        </p:txBody>
      </p:sp>
      <p:sp>
        <p:nvSpPr>
          <p:cNvPr id="7" name="copy-27">
            <a:extLst>
              <a:ext uri="{FF2B5EF4-FFF2-40B4-BE49-F238E27FC236}">
                <a16:creationId xmlns:a16="http://schemas.microsoft.com/office/drawing/2014/main" id="{C5F88493-C1B8-46E9-9E7E-D52E67910400}"/>
              </a:ext>
            </a:extLst>
          </p:cNvPr>
          <p:cNvSpPr>
            <a:spLocks noGrp="1"/>
          </p:cNvSpPr>
          <p:nvPr/>
        </p:nvSpPr>
        <p:spPr>
          <a:xfrm>
            <a:off x="2476500" y="2838450"/>
            <a:ext cx="46863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75" b="1">
                <a:solidFill>
                  <a:srgbClr val="37313D"/>
                </a:solidFill>
                <a:latin typeface="Malgun Gothic"/>
                <a:ea typeface="Malgun Gothic"/>
                <a:cs typeface="Malgun Gothic"/>
              </a:defRPr>
            </a:lvl1pPr>
            <a:lvl2pPr>
              <a:buNone/>
              <a:defRPr sz="2175" b="1">
                <a:solidFill>
                  <a:srgbClr val="37313D"/>
                </a:solidFill>
                <a:latin typeface="Malgun Gothic"/>
                <a:ea typeface="Malgun Gothic"/>
                <a:cs typeface="Malgun Gothic"/>
              </a:defRPr>
            </a:lvl2pPr>
            <a:lvl3pPr>
              <a:buNone/>
              <a:defRPr sz="2175" b="1">
                <a:solidFill>
                  <a:srgbClr val="37313D"/>
                </a:solidFill>
                <a:latin typeface="Malgun Gothic"/>
                <a:ea typeface="Malgun Gothic"/>
                <a:cs typeface="Malgun Gothic"/>
              </a:defRPr>
            </a:lvl3pPr>
            <a:lvl4pPr>
              <a:buNone/>
              <a:defRPr sz="2175" b="1">
                <a:solidFill>
                  <a:srgbClr val="37313D"/>
                </a:solidFill>
                <a:latin typeface="Malgun Gothic"/>
                <a:ea typeface="Malgun Gothic"/>
                <a:cs typeface="Malgun Gothic"/>
              </a:defRPr>
            </a:lvl4pPr>
            <a:lvl5pPr>
              <a:buNone/>
              <a:defRPr sz="2175" b="1">
                <a:solidFill>
                  <a:srgbClr val="37313D"/>
                </a:solidFill>
                <a:latin typeface="Malgun Gothic"/>
                <a:ea typeface="Malgun Gothic"/>
                <a:cs typeface="Malgun Gothic"/>
              </a:defRPr>
            </a:lvl5pPr>
            <a:lvl6pPr>
              <a:buNone/>
              <a:defRPr sz="2175" b="1">
                <a:solidFill>
                  <a:srgbClr val="37313D"/>
                </a:solidFill>
                <a:latin typeface="Malgun Gothic"/>
                <a:ea typeface="Malgun Gothic"/>
                <a:cs typeface="Malgun Gothic"/>
              </a:defRPr>
            </a:lvl6pPr>
            <a:lvl7pPr>
              <a:buNone/>
              <a:defRPr sz="2175" b="1">
                <a:solidFill>
                  <a:srgbClr val="37313D"/>
                </a:solidFill>
                <a:latin typeface="Malgun Gothic"/>
                <a:ea typeface="Malgun Gothic"/>
                <a:cs typeface="Malgun Gothic"/>
              </a:defRPr>
            </a:lvl7pPr>
            <a:lvl8pPr>
              <a:buNone/>
              <a:defRPr sz="2175" b="1">
                <a:solidFill>
                  <a:srgbClr val="37313D"/>
                </a:solidFill>
                <a:latin typeface="Malgun Gothic"/>
                <a:ea typeface="Malgun Gothic"/>
                <a:cs typeface="Malgun Gothic"/>
              </a:defRPr>
            </a:lvl8pPr>
            <a:lvl9pPr>
              <a:buNone/>
              <a:defRPr sz="2175"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실행 기록</a:t>
            </a:r>
          </a:p>
        </p:txBody>
      </p:sp>
      <p:sp>
        <p:nvSpPr>
          <p:cNvPr id="8" name="copy-28">
            <a:extLst>
              <a:ext uri="{FF2B5EF4-FFF2-40B4-BE49-F238E27FC236}">
                <a16:creationId xmlns:a16="http://schemas.microsoft.com/office/drawing/2014/main" id="{03014917-FC0F-4520-8234-B4AA6823E3FD}"/>
              </a:ext>
            </a:extLst>
          </p:cNvPr>
          <p:cNvSpPr>
            <a:spLocks noGrp="1"/>
          </p:cNvSpPr>
          <p:nvPr/>
        </p:nvSpPr>
        <p:spPr>
          <a:xfrm>
            <a:off x="2476500" y="3324225"/>
            <a:ext cx="4686300" cy="381000"/>
          </a:xfrm>
          <a:prstGeom prst="rect">
            <a:avLst/>
          </a:prstGeom>
          <a:noFill/>
          <a:ln w="0">
            <a:noFill/>
          </a:ln>
        </p:spPr>
        <p:txBody>
          <a:bodyPr wrap="none" lIns="0" tIns="0" rIns="0" bIns="0" anchor="t">
            <a:noAutofit/>
          </a:bodyPr>
          <a:lstStyle>
            <a:defPPr>
              <a:defRPr sz="1800">
                <a:solidFill>
                  <a:srgbClr val="37313D"/>
                </a:solidFill>
                <a:latin typeface="Malgun Gothic"/>
                <a:ea typeface="Malgun Gothic"/>
                <a:cs typeface="Malgun Gothic"/>
              </a:defRPr>
            </a:defPPr>
            <a:lvl1pPr>
              <a:buNone/>
              <a:defRPr sz="1800">
                <a:solidFill>
                  <a:srgbClr val="37313D"/>
                </a:solidFill>
                <a:latin typeface="Malgun Gothic"/>
                <a:ea typeface="Malgun Gothic"/>
                <a:cs typeface="Malgun Gothic"/>
              </a:defRPr>
            </a:lvl1pPr>
            <a:lvl2pPr>
              <a:buNone/>
              <a:defRPr sz="1800">
                <a:solidFill>
                  <a:srgbClr val="37313D"/>
                </a:solidFill>
                <a:latin typeface="Malgun Gothic"/>
                <a:ea typeface="Malgun Gothic"/>
                <a:cs typeface="Malgun Gothic"/>
              </a:defRPr>
            </a:lvl2pPr>
            <a:lvl3pPr>
              <a:buNone/>
              <a:defRPr sz="1800">
                <a:solidFill>
                  <a:srgbClr val="37313D"/>
                </a:solidFill>
                <a:latin typeface="Malgun Gothic"/>
                <a:ea typeface="Malgun Gothic"/>
                <a:cs typeface="Malgun Gothic"/>
              </a:defRPr>
            </a:lvl3pPr>
            <a:lvl4pPr>
              <a:buNone/>
              <a:defRPr sz="1800">
                <a:solidFill>
                  <a:srgbClr val="37313D"/>
                </a:solidFill>
                <a:latin typeface="Malgun Gothic"/>
                <a:ea typeface="Malgun Gothic"/>
                <a:cs typeface="Malgun Gothic"/>
              </a:defRPr>
            </a:lvl4pPr>
            <a:lvl5pPr>
              <a:buNone/>
              <a:defRPr sz="1800">
                <a:solidFill>
                  <a:srgbClr val="37313D"/>
                </a:solidFill>
                <a:latin typeface="Malgun Gothic"/>
                <a:ea typeface="Malgun Gothic"/>
                <a:cs typeface="Malgun Gothic"/>
              </a:defRPr>
            </a:lvl5pPr>
            <a:lvl6pPr>
              <a:buNone/>
              <a:defRPr sz="1800">
                <a:solidFill>
                  <a:srgbClr val="37313D"/>
                </a:solidFill>
                <a:latin typeface="Malgun Gothic"/>
                <a:ea typeface="Malgun Gothic"/>
                <a:cs typeface="Malgun Gothic"/>
              </a:defRPr>
            </a:lvl6pPr>
            <a:lvl7pPr>
              <a:buNone/>
              <a:defRPr sz="1800">
                <a:solidFill>
                  <a:srgbClr val="37313D"/>
                </a:solidFill>
                <a:latin typeface="Malgun Gothic"/>
                <a:ea typeface="Malgun Gothic"/>
                <a:cs typeface="Malgun Gothic"/>
              </a:defRPr>
            </a:lvl7pPr>
            <a:lvl8pPr>
              <a:buNone/>
              <a:defRPr sz="1800">
                <a:solidFill>
                  <a:srgbClr val="37313D"/>
                </a:solidFill>
                <a:latin typeface="Malgun Gothic"/>
                <a:ea typeface="Malgun Gothic"/>
                <a:cs typeface="Malgun Gothic"/>
              </a:defRPr>
            </a:lvl8pPr>
            <a:lvl9pPr>
              <a:buNone/>
              <a:defRPr sz="1800">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수행한 계획을 완료 처리</a:t>
            </a:r>
          </a:p>
        </p:txBody>
      </p:sp>
      <p:sp>
        <p:nvSpPr>
          <p:cNvPr id="9" name="copy-29">
            <a:extLst>
              <a:ext uri="{FF2B5EF4-FFF2-40B4-BE49-F238E27FC236}">
                <a16:creationId xmlns:a16="http://schemas.microsoft.com/office/drawing/2014/main" id="{733F81B5-1A03-4B34-B34B-F830CC77B4FD}"/>
              </a:ext>
            </a:extLst>
          </p:cNvPr>
          <p:cNvSpPr>
            <a:spLocks noGrp="1"/>
          </p:cNvSpPr>
          <p:nvPr/>
        </p:nvSpPr>
        <p:spPr>
          <a:xfrm>
            <a:off x="1143000" y="3981450"/>
            <a:ext cx="1066800" cy="419100"/>
          </a:xfrm>
          <a:prstGeom prst="rect">
            <a:avLst/>
          </a:prstGeom>
          <a:noFill/>
          <a:ln w="0">
            <a:noFill/>
          </a:ln>
        </p:spPr>
        <p:txBody>
          <a:bodyPr wrap="square" lIns="0" tIns="0" rIns="0" bIns="0" anchor="t">
            <a:noAutofit/>
          </a:bodyPr>
          <a:lstStyle>
            <a:defPPr>
              <a:defRPr sz="2200" b="1">
                <a:solidFill>
                  <a:srgbClr val="A27690"/>
                </a:solidFill>
                <a:latin typeface="Bahnschrift"/>
                <a:ea typeface="Bahnschrift"/>
                <a:cs typeface="Bahnschrift"/>
              </a:defRPr>
            </a:defPPr>
            <a:lvl1pPr>
              <a:buNone/>
              <a:defRPr sz="2625" b="1">
                <a:solidFill>
                  <a:srgbClr val="8E6077"/>
                </a:solidFill>
                <a:latin typeface="Bahnschrift"/>
                <a:ea typeface="Bahnschrift"/>
                <a:cs typeface="Bahnschrift"/>
              </a:defRPr>
            </a:lvl1pPr>
            <a:lvl2pPr>
              <a:buNone/>
              <a:defRPr sz="2625" b="1">
                <a:solidFill>
                  <a:srgbClr val="8E6077"/>
                </a:solidFill>
                <a:latin typeface="Bahnschrift"/>
                <a:ea typeface="Bahnschrift"/>
                <a:cs typeface="Bahnschrift"/>
              </a:defRPr>
            </a:lvl2pPr>
            <a:lvl3pPr>
              <a:buNone/>
              <a:defRPr sz="2625" b="1">
                <a:solidFill>
                  <a:srgbClr val="8E6077"/>
                </a:solidFill>
                <a:latin typeface="Bahnschrift"/>
                <a:ea typeface="Bahnschrift"/>
                <a:cs typeface="Bahnschrift"/>
              </a:defRPr>
            </a:lvl3pPr>
            <a:lvl4pPr>
              <a:buNone/>
              <a:defRPr sz="2625" b="1">
                <a:solidFill>
                  <a:srgbClr val="8E6077"/>
                </a:solidFill>
                <a:latin typeface="Bahnschrift"/>
                <a:ea typeface="Bahnschrift"/>
                <a:cs typeface="Bahnschrift"/>
              </a:defRPr>
            </a:lvl4pPr>
            <a:lvl5pPr>
              <a:buNone/>
              <a:defRPr sz="2625" b="1">
                <a:solidFill>
                  <a:srgbClr val="8E6077"/>
                </a:solidFill>
                <a:latin typeface="Bahnschrift"/>
                <a:ea typeface="Bahnschrift"/>
                <a:cs typeface="Bahnschrift"/>
              </a:defRPr>
            </a:lvl5pPr>
            <a:lvl6pPr>
              <a:buNone/>
              <a:defRPr sz="2625" b="1">
                <a:solidFill>
                  <a:srgbClr val="8E6077"/>
                </a:solidFill>
                <a:latin typeface="Bahnschrift"/>
                <a:ea typeface="Bahnschrift"/>
                <a:cs typeface="Bahnschrift"/>
              </a:defRPr>
            </a:lvl6pPr>
            <a:lvl7pPr>
              <a:buNone/>
              <a:defRPr sz="2625" b="1">
                <a:solidFill>
                  <a:srgbClr val="8E6077"/>
                </a:solidFill>
                <a:latin typeface="Bahnschrift"/>
                <a:ea typeface="Bahnschrift"/>
                <a:cs typeface="Bahnschrift"/>
              </a:defRPr>
            </a:lvl7pPr>
            <a:lvl8pPr>
              <a:buNone/>
              <a:defRPr sz="2625" b="1">
                <a:solidFill>
                  <a:srgbClr val="8E6077"/>
                </a:solidFill>
                <a:latin typeface="Bahnschrift"/>
                <a:ea typeface="Bahnschrift"/>
                <a:cs typeface="Bahnschrift"/>
              </a:defRPr>
            </a:lvl8pPr>
            <a:lvl9pPr>
              <a:buNone/>
              <a:defRPr sz="2625" b="1">
                <a:solidFill>
                  <a:srgbClr val="8E6077"/>
                </a:solidFill>
                <a:latin typeface="Bahnschrift"/>
                <a:ea typeface="Bahnschrift"/>
                <a:cs typeface="Bahnschrift"/>
              </a:defRPr>
            </a:lvl9pPr>
          </a:lstStyle>
          <a:p>
            <a:pPr>
              <a:buNone/>
              <a:defRPr sz="2200" b="1">
                <a:solidFill>
                  <a:srgbClr val="A27690"/>
                </a:solidFill>
                <a:latin typeface="Bahnschrift"/>
                <a:ea typeface="Bahnschrift"/>
                <a:cs typeface="Bahnschrift"/>
              </a:defRPr>
            </a:pPr>
            <a:r>
              <a:rPr sz="2200" b="1">
                <a:solidFill>
                  <a:srgbClr val="A27690"/>
                </a:solidFill>
                <a:latin typeface="Bahnschrift"/>
                <a:ea typeface="Bahnschrift"/>
                <a:cs typeface="Bahnschrift"/>
              </a:rPr>
              <a:t>SEE</a:t>
            </a:r>
          </a:p>
        </p:txBody>
      </p:sp>
      <p:sp>
        <p:nvSpPr>
          <p:cNvPr id="10" name="copy-30">
            <a:extLst>
              <a:ext uri="{FF2B5EF4-FFF2-40B4-BE49-F238E27FC236}">
                <a16:creationId xmlns:a16="http://schemas.microsoft.com/office/drawing/2014/main" id="{1697E2F7-BE4C-42E7-8715-B43EB8AAD230}"/>
              </a:ext>
            </a:extLst>
          </p:cNvPr>
          <p:cNvSpPr>
            <a:spLocks noGrp="1"/>
          </p:cNvSpPr>
          <p:nvPr/>
        </p:nvSpPr>
        <p:spPr>
          <a:xfrm>
            <a:off x="2476500" y="3981450"/>
            <a:ext cx="46863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75" b="1">
                <a:solidFill>
                  <a:srgbClr val="37313D"/>
                </a:solidFill>
                <a:latin typeface="Malgun Gothic"/>
                <a:ea typeface="Malgun Gothic"/>
                <a:cs typeface="Malgun Gothic"/>
              </a:defRPr>
            </a:lvl1pPr>
            <a:lvl2pPr>
              <a:buNone/>
              <a:defRPr sz="2175" b="1">
                <a:solidFill>
                  <a:srgbClr val="37313D"/>
                </a:solidFill>
                <a:latin typeface="Malgun Gothic"/>
                <a:ea typeface="Malgun Gothic"/>
                <a:cs typeface="Malgun Gothic"/>
              </a:defRPr>
            </a:lvl2pPr>
            <a:lvl3pPr>
              <a:buNone/>
              <a:defRPr sz="2175" b="1">
                <a:solidFill>
                  <a:srgbClr val="37313D"/>
                </a:solidFill>
                <a:latin typeface="Malgun Gothic"/>
                <a:ea typeface="Malgun Gothic"/>
                <a:cs typeface="Malgun Gothic"/>
              </a:defRPr>
            </a:lvl3pPr>
            <a:lvl4pPr>
              <a:buNone/>
              <a:defRPr sz="2175" b="1">
                <a:solidFill>
                  <a:srgbClr val="37313D"/>
                </a:solidFill>
                <a:latin typeface="Malgun Gothic"/>
                <a:ea typeface="Malgun Gothic"/>
                <a:cs typeface="Malgun Gothic"/>
              </a:defRPr>
            </a:lvl4pPr>
            <a:lvl5pPr>
              <a:buNone/>
              <a:defRPr sz="2175" b="1">
                <a:solidFill>
                  <a:srgbClr val="37313D"/>
                </a:solidFill>
                <a:latin typeface="Malgun Gothic"/>
                <a:ea typeface="Malgun Gothic"/>
                <a:cs typeface="Malgun Gothic"/>
              </a:defRPr>
            </a:lvl5pPr>
            <a:lvl6pPr>
              <a:buNone/>
              <a:defRPr sz="2175" b="1">
                <a:solidFill>
                  <a:srgbClr val="37313D"/>
                </a:solidFill>
                <a:latin typeface="Malgun Gothic"/>
                <a:ea typeface="Malgun Gothic"/>
                <a:cs typeface="Malgun Gothic"/>
              </a:defRPr>
            </a:lvl6pPr>
            <a:lvl7pPr>
              <a:buNone/>
              <a:defRPr sz="2175" b="1">
                <a:solidFill>
                  <a:srgbClr val="37313D"/>
                </a:solidFill>
                <a:latin typeface="Malgun Gothic"/>
                <a:ea typeface="Malgun Gothic"/>
                <a:cs typeface="Malgun Gothic"/>
              </a:defRPr>
            </a:lvl7pPr>
            <a:lvl8pPr>
              <a:buNone/>
              <a:defRPr sz="2175" b="1">
                <a:solidFill>
                  <a:srgbClr val="37313D"/>
                </a:solidFill>
                <a:latin typeface="Malgun Gothic"/>
                <a:ea typeface="Malgun Gothic"/>
                <a:cs typeface="Malgun Gothic"/>
              </a:defRPr>
            </a:lvl8pPr>
            <a:lvl9pPr>
              <a:buNone/>
              <a:defRPr sz="2175"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하루 회고</a:t>
            </a:r>
          </a:p>
        </p:txBody>
      </p:sp>
      <p:sp>
        <p:nvSpPr>
          <p:cNvPr id="11" name="copy-31">
            <a:extLst>
              <a:ext uri="{FF2B5EF4-FFF2-40B4-BE49-F238E27FC236}">
                <a16:creationId xmlns:a16="http://schemas.microsoft.com/office/drawing/2014/main" id="{F473D5F1-8471-49E2-96A7-564A2038CED8}"/>
              </a:ext>
            </a:extLst>
          </p:cNvPr>
          <p:cNvSpPr>
            <a:spLocks noGrp="1"/>
          </p:cNvSpPr>
          <p:nvPr/>
        </p:nvSpPr>
        <p:spPr>
          <a:xfrm>
            <a:off x="2476500" y="4467225"/>
            <a:ext cx="4686300" cy="381000"/>
          </a:xfrm>
          <a:prstGeom prst="rect">
            <a:avLst/>
          </a:prstGeom>
          <a:noFill/>
          <a:ln w="0">
            <a:noFill/>
          </a:ln>
        </p:spPr>
        <p:txBody>
          <a:bodyPr wrap="none" lIns="0" tIns="0" rIns="0" bIns="0" anchor="t">
            <a:noAutofit/>
          </a:bodyPr>
          <a:lstStyle>
            <a:defPPr>
              <a:defRPr sz="1800">
                <a:solidFill>
                  <a:srgbClr val="37313D"/>
                </a:solidFill>
                <a:latin typeface="Malgun Gothic"/>
                <a:ea typeface="Malgun Gothic"/>
                <a:cs typeface="Malgun Gothic"/>
              </a:defRPr>
            </a:defPPr>
            <a:lvl1pPr>
              <a:buNone/>
              <a:defRPr sz="1800">
                <a:solidFill>
                  <a:srgbClr val="37313D"/>
                </a:solidFill>
                <a:latin typeface="Malgun Gothic"/>
                <a:ea typeface="Malgun Gothic"/>
                <a:cs typeface="Malgun Gothic"/>
              </a:defRPr>
            </a:lvl1pPr>
            <a:lvl2pPr>
              <a:buNone/>
              <a:defRPr sz="1800">
                <a:solidFill>
                  <a:srgbClr val="37313D"/>
                </a:solidFill>
                <a:latin typeface="Malgun Gothic"/>
                <a:ea typeface="Malgun Gothic"/>
                <a:cs typeface="Malgun Gothic"/>
              </a:defRPr>
            </a:lvl2pPr>
            <a:lvl3pPr>
              <a:buNone/>
              <a:defRPr sz="1800">
                <a:solidFill>
                  <a:srgbClr val="37313D"/>
                </a:solidFill>
                <a:latin typeface="Malgun Gothic"/>
                <a:ea typeface="Malgun Gothic"/>
                <a:cs typeface="Malgun Gothic"/>
              </a:defRPr>
            </a:lvl3pPr>
            <a:lvl4pPr>
              <a:buNone/>
              <a:defRPr sz="1800">
                <a:solidFill>
                  <a:srgbClr val="37313D"/>
                </a:solidFill>
                <a:latin typeface="Malgun Gothic"/>
                <a:ea typeface="Malgun Gothic"/>
                <a:cs typeface="Malgun Gothic"/>
              </a:defRPr>
            </a:lvl4pPr>
            <a:lvl5pPr>
              <a:buNone/>
              <a:defRPr sz="1800">
                <a:solidFill>
                  <a:srgbClr val="37313D"/>
                </a:solidFill>
                <a:latin typeface="Malgun Gothic"/>
                <a:ea typeface="Malgun Gothic"/>
                <a:cs typeface="Malgun Gothic"/>
              </a:defRPr>
            </a:lvl5pPr>
            <a:lvl6pPr>
              <a:buNone/>
              <a:defRPr sz="1800">
                <a:solidFill>
                  <a:srgbClr val="37313D"/>
                </a:solidFill>
                <a:latin typeface="Malgun Gothic"/>
                <a:ea typeface="Malgun Gothic"/>
                <a:cs typeface="Malgun Gothic"/>
              </a:defRPr>
            </a:lvl6pPr>
            <a:lvl7pPr>
              <a:buNone/>
              <a:defRPr sz="1800">
                <a:solidFill>
                  <a:srgbClr val="37313D"/>
                </a:solidFill>
                <a:latin typeface="Malgun Gothic"/>
                <a:ea typeface="Malgun Gothic"/>
                <a:cs typeface="Malgun Gothic"/>
              </a:defRPr>
            </a:lvl7pPr>
            <a:lvl8pPr>
              <a:buNone/>
              <a:defRPr sz="1800">
                <a:solidFill>
                  <a:srgbClr val="37313D"/>
                </a:solidFill>
                <a:latin typeface="Malgun Gothic"/>
                <a:ea typeface="Malgun Gothic"/>
                <a:cs typeface="Malgun Gothic"/>
              </a:defRPr>
            </a:lvl8pPr>
            <a:lvl9pPr>
              <a:buNone/>
              <a:defRPr sz="1800">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잘한 점·아쉬운 점·다음 행동</a:t>
            </a:r>
          </a:p>
        </p:txBody>
      </p:sp>
      <p:sp>
        <p:nvSpPr>
          <p:cNvPr id="12" name="copy-32">
            <a:extLst>
              <a:ext uri="{FF2B5EF4-FFF2-40B4-BE49-F238E27FC236}">
                <a16:creationId xmlns:a16="http://schemas.microsoft.com/office/drawing/2014/main" id="{E4FAD6D7-B885-45AD-B129-6B6037B20ED2}"/>
              </a:ext>
            </a:extLst>
          </p:cNvPr>
          <p:cNvSpPr>
            <a:spLocks noGrp="1"/>
          </p:cNvSpPr>
          <p:nvPr/>
        </p:nvSpPr>
        <p:spPr>
          <a:xfrm>
            <a:off x="800100" y="5172075"/>
            <a:ext cx="1123950" cy="304800"/>
          </a:xfrm>
          <a:prstGeom prst="rect">
            <a:avLst/>
          </a:prstGeom>
          <a:noFill/>
          <a:ln w="0">
            <a:noFill/>
          </a:ln>
        </p:spPr>
        <p:txBody>
          <a:bodyPr wrap="square" lIns="0" tIns="0" rIns="0" bIns="0" anchor="t">
            <a:noAutofit/>
          </a:bodyPr>
          <a:lstStyle>
            <a:defPPr>
              <a:defRPr sz="1800" b="1">
                <a:solidFill>
                  <a:srgbClr val="8E6077"/>
                </a:solidFill>
                <a:latin typeface="Bahnschrift"/>
                <a:ea typeface="Bahnschrift"/>
                <a:cs typeface="Bahnschrift"/>
              </a:defRPr>
            </a:defPPr>
            <a:lvl1pPr>
              <a:buNone/>
              <a:defRPr sz="2550" b="1">
                <a:solidFill>
                  <a:srgbClr val="8E6077"/>
                </a:solidFill>
                <a:latin typeface="Bahnschrift"/>
                <a:ea typeface="Bahnschrift"/>
                <a:cs typeface="Bahnschrift"/>
              </a:defRPr>
            </a:lvl1pPr>
            <a:lvl2pPr>
              <a:buNone/>
              <a:defRPr sz="2550" b="1">
                <a:solidFill>
                  <a:srgbClr val="8E6077"/>
                </a:solidFill>
                <a:latin typeface="Bahnschrift"/>
                <a:ea typeface="Bahnschrift"/>
                <a:cs typeface="Bahnschrift"/>
              </a:defRPr>
            </a:lvl2pPr>
            <a:lvl3pPr>
              <a:buNone/>
              <a:defRPr sz="2550" b="1">
                <a:solidFill>
                  <a:srgbClr val="8E6077"/>
                </a:solidFill>
                <a:latin typeface="Bahnschrift"/>
                <a:ea typeface="Bahnschrift"/>
                <a:cs typeface="Bahnschrift"/>
              </a:defRPr>
            </a:lvl3pPr>
            <a:lvl4pPr>
              <a:buNone/>
              <a:defRPr sz="2550" b="1">
                <a:solidFill>
                  <a:srgbClr val="8E6077"/>
                </a:solidFill>
                <a:latin typeface="Bahnschrift"/>
                <a:ea typeface="Bahnschrift"/>
                <a:cs typeface="Bahnschrift"/>
              </a:defRPr>
            </a:lvl4pPr>
            <a:lvl5pPr>
              <a:buNone/>
              <a:defRPr sz="2550" b="1">
                <a:solidFill>
                  <a:srgbClr val="8E6077"/>
                </a:solidFill>
                <a:latin typeface="Bahnschrift"/>
                <a:ea typeface="Bahnschrift"/>
                <a:cs typeface="Bahnschrift"/>
              </a:defRPr>
            </a:lvl5pPr>
            <a:lvl6pPr>
              <a:buNone/>
              <a:defRPr sz="2550" b="1">
                <a:solidFill>
                  <a:srgbClr val="8E6077"/>
                </a:solidFill>
                <a:latin typeface="Bahnschrift"/>
                <a:ea typeface="Bahnschrift"/>
                <a:cs typeface="Bahnschrift"/>
              </a:defRPr>
            </a:lvl6pPr>
            <a:lvl7pPr>
              <a:buNone/>
              <a:defRPr sz="2550" b="1">
                <a:solidFill>
                  <a:srgbClr val="8E6077"/>
                </a:solidFill>
                <a:latin typeface="Bahnschrift"/>
                <a:ea typeface="Bahnschrift"/>
                <a:cs typeface="Bahnschrift"/>
              </a:defRPr>
            </a:lvl7pPr>
            <a:lvl8pPr>
              <a:buNone/>
              <a:defRPr sz="2550" b="1">
                <a:solidFill>
                  <a:srgbClr val="8E6077"/>
                </a:solidFill>
                <a:latin typeface="Bahnschrift"/>
                <a:ea typeface="Bahnschrift"/>
                <a:cs typeface="Bahnschrift"/>
              </a:defRPr>
            </a:lvl8pPr>
            <a:lvl9pPr>
              <a:buNone/>
              <a:defRPr sz="2550" b="1">
                <a:solidFill>
                  <a:srgbClr val="8E6077"/>
                </a:solidFill>
                <a:latin typeface="Bahnschrift"/>
                <a:ea typeface="Bahnschrift"/>
                <a:cs typeface="Bahnschrift"/>
              </a:defRPr>
            </a:lvl9pPr>
          </a:lstStyle>
          <a:p>
            <a:pPr>
              <a:buNone/>
              <a:defRPr sz="1800" b="1">
                <a:solidFill>
                  <a:srgbClr val="8E6077"/>
                </a:solidFill>
                <a:latin typeface="Bahnschrift"/>
                <a:ea typeface="Bahnschrift"/>
                <a:cs typeface="Bahnschrift"/>
              </a:defRPr>
            </a:pPr>
            <a:r>
              <a:rPr sz="1800" b="1">
                <a:solidFill>
                  <a:srgbClr val="8E6077"/>
                </a:solidFill>
                <a:latin typeface="Bahnschrift"/>
                <a:ea typeface="Bahnschrift"/>
                <a:cs typeface="Bahnschrift"/>
              </a:rPr>
              <a:t>23:00</a:t>
            </a:r>
          </a:p>
        </p:txBody>
      </p:sp>
      <p:sp>
        <p:nvSpPr>
          <p:cNvPr id="13" name="copy-33">
            <a:extLst>
              <a:ext uri="{FF2B5EF4-FFF2-40B4-BE49-F238E27FC236}">
                <a16:creationId xmlns:a16="http://schemas.microsoft.com/office/drawing/2014/main" id="{4DD228E1-2D0B-4D66-B8DA-51C102E3F949}"/>
              </a:ext>
            </a:extLst>
          </p:cNvPr>
          <p:cNvSpPr>
            <a:spLocks noGrp="1"/>
          </p:cNvSpPr>
          <p:nvPr/>
        </p:nvSpPr>
        <p:spPr>
          <a:xfrm>
            <a:off x="2076450" y="5172075"/>
            <a:ext cx="4895850" cy="304800"/>
          </a:xfrm>
          <a:prstGeom prst="rect">
            <a:avLst/>
          </a:prstGeom>
          <a:noFill/>
          <a:ln w="0">
            <a:noFill/>
          </a:ln>
        </p:spPr>
        <p:txBody>
          <a:bodyPr wrap="none" lIns="0" tIns="0" rIns="0" bIns="0" anchor="t">
            <a:noAutofit/>
          </a:bodyPr>
          <a:lstStyle>
            <a:defPPr>
              <a:defRPr sz="1800" b="0">
                <a:solidFill>
                  <a:srgbClr val="37313D"/>
                </a:solidFill>
                <a:latin typeface="Malgun Gothic"/>
                <a:ea typeface="Malgun Gothic"/>
                <a:cs typeface="Malgun Gothic"/>
              </a:defRPr>
            </a:defPPr>
            <a:lvl1pPr>
              <a:buNone/>
              <a:defRPr sz="1725" b="0">
                <a:solidFill>
                  <a:srgbClr val="37313D"/>
                </a:solidFill>
                <a:latin typeface="Malgun Gothic"/>
                <a:ea typeface="Malgun Gothic"/>
                <a:cs typeface="Malgun Gothic"/>
              </a:defRPr>
            </a:lvl1pPr>
            <a:lvl2pPr>
              <a:buNone/>
              <a:defRPr sz="1725" b="0">
                <a:solidFill>
                  <a:srgbClr val="37313D"/>
                </a:solidFill>
                <a:latin typeface="Malgun Gothic"/>
                <a:ea typeface="Malgun Gothic"/>
                <a:cs typeface="Malgun Gothic"/>
              </a:defRPr>
            </a:lvl2pPr>
            <a:lvl3pPr>
              <a:buNone/>
              <a:defRPr sz="1725" b="0">
                <a:solidFill>
                  <a:srgbClr val="37313D"/>
                </a:solidFill>
                <a:latin typeface="Malgun Gothic"/>
                <a:ea typeface="Malgun Gothic"/>
                <a:cs typeface="Malgun Gothic"/>
              </a:defRPr>
            </a:lvl3pPr>
            <a:lvl4pPr>
              <a:buNone/>
              <a:defRPr sz="1725" b="0">
                <a:solidFill>
                  <a:srgbClr val="37313D"/>
                </a:solidFill>
                <a:latin typeface="Malgun Gothic"/>
                <a:ea typeface="Malgun Gothic"/>
                <a:cs typeface="Malgun Gothic"/>
              </a:defRPr>
            </a:lvl4pPr>
            <a:lvl5pPr>
              <a:buNone/>
              <a:defRPr sz="1725" b="0">
                <a:solidFill>
                  <a:srgbClr val="37313D"/>
                </a:solidFill>
                <a:latin typeface="Malgun Gothic"/>
                <a:ea typeface="Malgun Gothic"/>
                <a:cs typeface="Malgun Gothic"/>
              </a:defRPr>
            </a:lvl5pPr>
            <a:lvl6pPr>
              <a:buNone/>
              <a:defRPr sz="1725" b="0">
                <a:solidFill>
                  <a:srgbClr val="37313D"/>
                </a:solidFill>
                <a:latin typeface="Malgun Gothic"/>
                <a:ea typeface="Malgun Gothic"/>
                <a:cs typeface="Malgun Gothic"/>
              </a:defRPr>
            </a:lvl6pPr>
            <a:lvl7pPr>
              <a:buNone/>
              <a:defRPr sz="1725" b="0">
                <a:solidFill>
                  <a:srgbClr val="37313D"/>
                </a:solidFill>
                <a:latin typeface="Malgun Gothic"/>
                <a:ea typeface="Malgun Gothic"/>
                <a:cs typeface="Malgun Gothic"/>
              </a:defRPr>
            </a:lvl7pPr>
            <a:lvl8pPr>
              <a:buNone/>
              <a:defRPr sz="1725" b="0">
                <a:solidFill>
                  <a:srgbClr val="37313D"/>
                </a:solidFill>
                <a:latin typeface="Malgun Gothic"/>
                <a:ea typeface="Malgun Gothic"/>
                <a:cs typeface="Malgun Gothic"/>
              </a:defRPr>
            </a:lvl8pPr>
            <a:lvl9pPr>
              <a:buNone/>
              <a:defRPr sz="1725" b="0">
                <a:solidFill>
                  <a:srgbClr val="37313D"/>
                </a:solidFill>
                <a:latin typeface="Malgun Gothic"/>
                <a:ea typeface="Malgun Gothic"/>
                <a:cs typeface="Malgun Gothic"/>
              </a:defRPr>
            </a:lvl9pPr>
          </a:lstStyle>
          <a:p>
            <a:pPr>
              <a:buNone/>
              <a:defRPr sz="1800" b="0">
                <a:solidFill>
                  <a:srgbClr val="37313D"/>
                </a:solidFill>
                <a:latin typeface="Malgun Gothic"/>
                <a:ea typeface="Malgun Gothic"/>
                <a:cs typeface="Malgun Gothic"/>
              </a:defRPr>
            </a:pPr>
            <a:r>
              <a:rPr sz="1800" b="0">
                <a:solidFill>
                  <a:srgbClr val="37313D"/>
                </a:solidFill>
                <a:latin typeface="Malgun Gothic"/>
                <a:ea typeface="Malgun Gothic"/>
                <a:cs typeface="Malgun Gothic"/>
              </a:rPr>
              <a:t>미완료 계획만 다음 날로 이월</a:t>
            </a:r>
          </a:p>
        </p:txBody>
      </p:sp>
      <p:sp>
        <p:nvSpPr>
          <p:cNvPr id="14" name="copy-34">
            <a:extLst>
              <a:ext uri="{FF2B5EF4-FFF2-40B4-BE49-F238E27FC236}">
                <a16:creationId xmlns:a16="http://schemas.microsoft.com/office/drawing/2014/main" id="{E307301B-8B67-4DB1-97FA-CDAA125FF148}"/>
              </a:ext>
            </a:extLst>
          </p:cNvPr>
          <p:cNvSpPr>
            <a:spLocks noGrp="1"/>
          </p:cNvSpPr>
          <p:nvPr/>
        </p:nvSpPr>
        <p:spPr>
          <a:xfrm>
            <a:off x="609600" y="5772150"/>
            <a:ext cx="6553200" cy="47625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운동·학습·금전은 선택 날짜 유지</a:t>
            </a:r>
          </a:p>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저장 후 ‘저장 완료’ 확인</a:t>
            </a:r>
          </a:p>
        </p:txBody>
      </p:sp>
      <p:pic>
        <p:nvPicPr>
          <p:cNvPr id="15" name="그림 14" descr="PDS 계획 입력 화면의 제목, 시간 지정, 메모와 저장 버튼을 확대한 화면. 시험 데이터입니다.">
            <a:extLst>
              <a:ext uri="{FF2B5EF4-FFF2-40B4-BE49-F238E27FC236}">
                <a16:creationId xmlns:a16="http://schemas.microsoft.com/office/drawing/2014/main" id="{25CD5910-CF2B-4193-8D30-60F1BAA313F8}"/>
              </a:ext>
            </a:extLst>
          </p:cNvPr>
          <p:cNvPicPr>
            <a:picLocks noChangeAspect="1"/>
          </p:cNvPicPr>
          <p:nvPr/>
        </p:nvPicPr>
        <p:blipFill>
          <a:blip r:embed="rId3"/>
          <a:srcRect l="63134" t="51636" r="1152" b="7030"/>
          <a:stretch/>
        </p:blipFill>
        <p:spPr>
          <a:xfrm>
            <a:off x="7791450" y="1714500"/>
            <a:ext cx="3771900" cy="4152900"/>
          </a:xfrm>
          <a:prstGeom prst="roundRect">
            <a:avLst>
              <a:gd name="adj" fmla="val 2525"/>
            </a:avLst>
          </a:prstGeom>
        </p:spPr>
      </p:pic>
      <p:sp>
        <p:nvSpPr>
          <p:cNvPr id="16" name="copy-35">
            <a:extLst>
              <a:ext uri="{FF2B5EF4-FFF2-40B4-BE49-F238E27FC236}">
                <a16:creationId xmlns:a16="http://schemas.microsoft.com/office/drawing/2014/main" id="{7264B039-C919-4A21-B5EC-139CCFD275EF}"/>
              </a:ext>
            </a:extLst>
          </p:cNvPr>
          <p:cNvSpPr>
            <a:spLocks noGrp="1"/>
          </p:cNvSpPr>
          <p:nvPr/>
        </p:nvSpPr>
        <p:spPr>
          <a:xfrm>
            <a:off x="7772400" y="6038850"/>
            <a:ext cx="3810000" cy="22860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실제 계획 입력 영역 · 시험 데이터</a:t>
            </a:r>
          </a:p>
        </p:txBody>
      </p:sp>
      <p:sp>
        <p:nvSpPr>
          <p:cNvPr id="18" name="pds-badge-P">
            <a:extLst>
              <a:ext uri="{FF2B5EF4-FFF2-40B4-BE49-F238E27FC236}">
                <a16:creationId xmlns:a16="http://schemas.microsoft.com/office/drawing/2014/main" id="{FCAC5EC5-C230-4796-A5E7-2AEC01246D9C}"/>
              </a:ext>
            </a:extLst>
          </p:cNvPr>
          <p:cNvSpPr>
            <a:spLocks noGrp="1"/>
          </p:cNvSpPr>
          <p:nvPr/>
        </p:nvSpPr>
        <p:spPr>
          <a:xfrm>
            <a:off x="609600" y="1704975"/>
            <a:ext cx="381000" cy="381000"/>
          </a:xfrm>
          <a:prstGeom prst="ellipse">
            <a:avLst/>
          </a:prstGeom>
          <a:solidFill>
            <a:srgbClr val="704F64"/>
          </a:solidFill>
          <a:ln w="0">
            <a:noFill/>
          </a:ln>
        </p:spPr>
        <p:txBody>
          <a:bodyPr lIns="0" tIns="0" rIns="0" bIns="0" anchor="ctr"/>
          <a:lstStyle>
            <a:defPPr algn="ctr">
              <a:defRPr sz="1800" b="1">
                <a:solidFill>
                  <a:srgbClr val="FFFFFF"/>
                </a:solidFill>
                <a:latin typeface="Bahnschrift"/>
                <a:ea typeface="Bahnschrift"/>
                <a:cs typeface="Bahnschrift"/>
              </a:defRPr>
            </a:defPPr>
            <a:lvl1pPr algn="ctr">
              <a:buNone/>
              <a:defRPr sz="1800" b="1">
                <a:solidFill>
                  <a:srgbClr val="FFFFFF"/>
                </a:solidFill>
                <a:latin typeface="Bahnschrift"/>
                <a:ea typeface="Bahnschrift"/>
                <a:cs typeface="Bahnschrift"/>
              </a:defRPr>
            </a:lvl1pPr>
            <a:lvl2pPr algn="ctr">
              <a:buNone/>
              <a:defRPr sz="1800" b="1">
                <a:solidFill>
                  <a:srgbClr val="FFFFFF"/>
                </a:solidFill>
                <a:latin typeface="Bahnschrift"/>
                <a:ea typeface="Bahnschrift"/>
                <a:cs typeface="Bahnschrift"/>
              </a:defRPr>
            </a:lvl2pPr>
            <a:lvl3pPr algn="ctr">
              <a:buNone/>
              <a:defRPr sz="1800" b="1">
                <a:solidFill>
                  <a:srgbClr val="FFFFFF"/>
                </a:solidFill>
                <a:latin typeface="Bahnschrift"/>
                <a:ea typeface="Bahnschrift"/>
                <a:cs typeface="Bahnschrift"/>
              </a:defRPr>
            </a:lvl3pPr>
            <a:lvl4pPr algn="ctr">
              <a:buNone/>
              <a:defRPr sz="1800" b="1">
                <a:solidFill>
                  <a:srgbClr val="FFFFFF"/>
                </a:solidFill>
                <a:latin typeface="Bahnschrift"/>
                <a:ea typeface="Bahnschrift"/>
                <a:cs typeface="Bahnschrift"/>
              </a:defRPr>
            </a:lvl4pPr>
            <a:lvl5pPr algn="ctr">
              <a:buNone/>
              <a:defRPr sz="1800" b="1">
                <a:solidFill>
                  <a:srgbClr val="FFFFFF"/>
                </a:solidFill>
                <a:latin typeface="Bahnschrift"/>
                <a:ea typeface="Bahnschrift"/>
                <a:cs typeface="Bahnschrift"/>
              </a:defRPr>
            </a:lvl5pPr>
            <a:lvl6pPr algn="ctr">
              <a:buNone/>
              <a:defRPr sz="1800" b="1">
                <a:solidFill>
                  <a:srgbClr val="FFFFFF"/>
                </a:solidFill>
                <a:latin typeface="Bahnschrift"/>
                <a:ea typeface="Bahnschrift"/>
                <a:cs typeface="Bahnschrift"/>
              </a:defRPr>
            </a:lvl6pPr>
            <a:lvl7pPr algn="ctr">
              <a:buNone/>
              <a:defRPr sz="1800" b="1">
                <a:solidFill>
                  <a:srgbClr val="FFFFFF"/>
                </a:solidFill>
                <a:latin typeface="Bahnschrift"/>
                <a:ea typeface="Bahnschrift"/>
                <a:cs typeface="Bahnschrift"/>
              </a:defRPr>
            </a:lvl7pPr>
            <a:lvl8pPr algn="ctr">
              <a:buNone/>
              <a:defRPr sz="1800" b="1">
                <a:solidFill>
                  <a:srgbClr val="FFFFFF"/>
                </a:solidFill>
                <a:latin typeface="Bahnschrift"/>
                <a:ea typeface="Bahnschrift"/>
                <a:cs typeface="Bahnschrift"/>
              </a:defRPr>
            </a:lvl8pPr>
            <a:lvl9pPr algn="ctr">
              <a:buNone/>
              <a:defRPr sz="1800" b="1">
                <a:solidFill>
                  <a:srgbClr val="FFFFFF"/>
                </a:solidFill>
                <a:latin typeface="Bahnschrift"/>
                <a:ea typeface="Bahnschrift"/>
                <a:cs typeface="Bahnschrift"/>
              </a:defRPr>
            </a:lvl9pPr>
          </a:lstStyle>
          <a:p>
            <a:pPr algn="ctr">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P</a:t>
            </a:r>
          </a:p>
        </p:txBody>
      </p:sp>
      <p:sp>
        <p:nvSpPr>
          <p:cNvPr id="19" name="pds-badge-D">
            <a:extLst>
              <a:ext uri="{FF2B5EF4-FFF2-40B4-BE49-F238E27FC236}">
                <a16:creationId xmlns:a16="http://schemas.microsoft.com/office/drawing/2014/main" id="{A56B3635-CF29-407F-BF57-C3758D2F9F58}"/>
              </a:ext>
            </a:extLst>
          </p:cNvPr>
          <p:cNvSpPr>
            <a:spLocks noGrp="1"/>
          </p:cNvSpPr>
          <p:nvPr/>
        </p:nvSpPr>
        <p:spPr>
          <a:xfrm>
            <a:off x="609600" y="2847975"/>
            <a:ext cx="381000" cy="381000"/>
          </a:xfrm>
          <a:prstGeom prst="ellipse">
            <a:avLst/>
          </a:prstGeom>
          <a:solidFill>
            <a:srgbClr val="90677F"/>
          </a:solidFill>
          <a:ln w="0">
            <a:noFill/>
          </a:ln>
        </p:spPr>
        <p:txBody>
          <a:bodyPr lIns="0" tIns="0" rIns="0" bIns="0" anchor="ctr"/>
          <a:lstStyle>
            <a:defPPr algn="ctr">
              <a:defRPr sz="1800" b="1">
                <a:solidFill>
                  <a:srgbClr val="FFFFFF"/>
                </a:solidFill>
                <a:latin typeface="Bahnschrift"/>
                <a:ea typeface="Bahnschrift"/>
                <a:cs typeface="Bahnschrift"/>
              </a:defRPr>
            </a:defPPr>
            <a:lvl1pPr algn="ctr">
              <a:buNone/>
              <a:defRPr sz="1800" b="1">
                <a:solidFill>
                  <a:srgbClr val="FFFFFF"/>
                </a:solidFill>
                <a:latin typeface="Bahnschrift"/>
                <a:ea typeface="Bahnschrift"/>
                <a:cs typeface="Bahnschrift"/>
              </a:defRPr>
            </a:lvl1pPr>
            <a:lvl2pPr algn="ctr">
              <a:buNone/>
              <a:defRPr sz="1800" b="1">
                <a:solidFill>
                  <a:srgbClr val="FFFFFF"/>
                </a:solidFill>
                <a:latin typeface="Bahnschrift"/>
                <a:ea typeface="Bahnschrift"/>
                <a:cs typeface="Bahnschrift"/>
              </a:defRPr>
            </a:lvl2pPr>
            <a:lvl3pPr algn="ctr">
              <a:buNone/>
              <a:defRPr sz="1800" b="1">
                <a:solidFill>
                  <a:srgbClr val="FFFFFF"/>
                </a:solidFill>
                <a:latin typeface="Bahnschrift"/>
                <a:ea typeface="Bahnschrift"/>
                <a:cs typeface="Bahnschrift"/>
              </a:defRPr>
            </a:lvl3pPr>
            <a:lvl4pPr algn="ctr">
              <a:buNone/>
              <a:defRPr sz="1800" b="1">
                <a:solidFill>
                  <a:srgbClr val="FFFFFF"/>
                </a:solidFill>
                <a:latin typeface="Bahnschrift"/>
                <a:ea typeface="Bahnschrift"/>
                <a:cs typeface="Bahnschrift"/>
              </a:defRPr>
            </a:lvl4pPr>
            <a:lvl5pPr algn="ctr">
              <a:buNone/>
              <a:defRPr sz="1800" b="1">
                <a:solidFill>
                  <a:srgbClr val="FFFFFF"/>
                </a:solidFill>
                <a:latin typeface="Bahnschrift"/>
                <a:ea typeface="Bahnschrift"/>
                <a:cs typeface="Bahnschrift"/>
              </a:defRPr>
            </a:lvl5pPr>
            <a:lvl6pPr algn="ctr">
              <a:buNone/>
              <a:defRPr sz="1800" b="1">
                <a:solidFill>
                  <a:srgbClr val="FFFFFF"/>
                </a:solidFill>
                <a:latin typeface="Bahnschrift"/>
                <a:ea typeface="Bahnschrift"/>
                <a:cs typeface="Bahnschrift"/>
              </a:defRPr>
            </a:lvl6pPr>
            <a:lvl7pPr algn="ctr">
              <a:buNone/>
              <a:defRPr sz="1800" b="1">
                <a:solidFill>
                  <a:srgbClr val="FFFFFF"/>
                </a:solidFill>
                <a:latin typeface="Bahnschrift"/>
                <a:ea typeface="Bahnschrift"/>
                <a:cs typeface="Bahnschrift"/>
              </a:defRPr>
            </a:lvl7pPr>
            <a:lvl8pPr algn="ctr">
              <a:buNone/>
              <a:defRPr sz="1800" b="1">
                <a:solidFill>
                  <a:srgbClr val="FFFFFF"/>
                </a:solidFill>
                <a:latin typeface="Bahnschrift"/>
                <a:ea typeface="Bahnschrift"/>
                <a:cs typeface="Bahnschrift"/>
              </a:defRPr>
            </a:lvl8pPr>
            <a:lvl9pPr algn="ctr">
              <a:buNone/>
              <a:defRPr sz="1800" b="1">
                <a:solidFill>
                  <a:srgbClr val="FFFFFF"/>
                </a:solidFill>
                <a:latin typeface="Bahnschrift"/>
                <a:ea typeface="Bahnschrift"/>
                <a:cs typeface="Bahnschrift"/>
              </a:defRPr>
            </a:lvl9pPr>
          </a:lstStyle>
          <a:p>
            <a:pPr algn="ctr">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D</a:t>
            </a:r>
          </a:p>
        </p:txBody>
      </p:sp>
      <p:sp>
        <p:nvSpPr>
          <p:cNvPr id="20" name="pds-badge-S">
            <a:extLst>
              <a:ext uri="{FF2B5EF4-FFF2-40B4-BE49-F238E27FC236}">
                <a16:creationId xmlns:a16="http://schemas.microsoft.com/office/drawing/2014/main" id="{BE2334AC-CC59-499C-9B10-E9FDD91DDA25}"/>
              </a:ext>
            </a:extLst>
          </p:cNvPr>
          <p:cNvSpPr>
            <a:spLocks noGrp="1"/>
          </p:cNvSpPr>
          <p:nvPr/>
        </p:nvSpPr>
        <p:spPr>
          <a:xfrm>
            <a:off x="609600" y="3990975"/>
            <a:ext cx="381000" cy="381000"/>
          </a:xfrm>
          <a:prstGeom prst="ellipse">
            <a:avLst/>
          </a:prstGeom>
          <a:solidFill>
            <a:srgbClr val="A27690"/>
          </a:solidFill>
          <a:ln w="0">
            <a:noFill/>
          </a:ln>
        </p:spPr>
        <p:txBody>
          <a:bodyPr lIns="0" tIns="0" rIns="0" bIns="0" anchor="ctr"/>
          <a:lstStyle>
            <a:defPPr algn="ctr">
              <a:defRPr sz="1800" b="1">
                <a:solidFill>
                  <a:srgbClr val="FFFFFF"/>
                </a:solidFill>
                <a:latin typeface="Bahnschrift"/>
                <a:ea typeface="Bahnschrift"/>
                <a:cs typeface="Bahnschrift"/>
              </a:defRPr>
            </a:defPPr>
            <a:lvl1pPr algn="ctr">
              <a:buNone/>
              <a:defRPr sz="1800" b="1">
                <a:solidFill>
                  <a:srgbClr val="FFFFFF"/>
                </a:solidFill>
                <a:latin typeface="Bahnschrift"/>
                <a:ea typeface="Bahnschrift"/>
                <a:cs typeface="Bahnschrift"/>
              </a:defRPr>
            </a:lvl1pPr>
            <a:lvl2pPr algn="ctr">
              <a:buNone/>
              <a:defRPr sz="1800" b="1">
                <a:solidFill>
                  <a:srgbClr val="FFFFFF"/>
                </a:solidFill>
                <a:latin typeface="Bahnschrift"/>
                <a:ea typeface="Bahnschrift"/>
                <a:cs typeface="Bahnschrift"/>
              </a:defRPr>
            </a:lvl2pPr>
            <a:lvl3pPr algn="ctr">
              <a:buNone/>
              <a:defRPr sz="1800" b="1">
                <a:solidFill>
                  <a:srgbClr val="FFFFFF"/>
                </a:solidFill>
                <a:latin typeface="Bahnschrift"/>
                <a:ea typeface="Bahnschrift"/>
                <a:cs typeface="Bahnschrift"/>
              </a:defRPr>
            </a:lvl3pPr>
            <a:lvl4pPr algn="ctr">
              <a:buNone/>
              <a:defRPr sz="1800" b="1">
                <a:solidFill>
                  <a:srgbClr val="FFFFFF"/>
                </a:solidFill>
                <a:latin typeface="Bahnschrift"/>
                <a:ea typeface="Bahnschrift"/>
                <a:cs typeface="Bahnschrift"/>
              </a:defRPr>
            </a:lvl4pPr>
            <a:lvl5pPr algn="ctr">
              <a:buNone/>
              <a:defRPr sz="1800" b="1">
                <a:solidFill>
                  <a:srgbClr val="FFFFFF"/>
                </a:solidFill>
                <a:latin typeface="Bahnschrift"/>
                <a:ea typeface="Bahnschrift"/>
                <a:cs typeface="Bahnschrift"/>
              </a:defRPr>
            </a:lvl5pPr>
            <a:lvl6pPr algn="ctr">
              <a:buNone/>
              <a:defRPr sz="1800" b="1">
                <a:solidFill>
                  <a:srgbClr val="FFFFFF"/>
                </a:solidFill>
                <a:latin typeface="Bahnschrift"/>
                <a:ea typeface="Bahnschrift"/>
                <a:cs typeface="Bahnschrift"/>
              </a:defRPr>
            </a:lvl6pPr>
            <a:lvl7pPr algn="ctr">
              <a:buNone/>
              <a:defRPr sz="1800" b="1">
                <a:solidFill>
                  <a:srgbClr val="FFFFFF"/>
                </a:solidFill>
                <a:latin typeface="Bahnschrift"/>
                <a:ea typeface="Bahnschrift"/>
                <a:cs typeface="Bahnschrift"/>
              </a:defRPr>
            </a:lvl7pPr>
            <a:lvl8pPr algn="ctr">
              <a:buNone/>
              <a:defRPr sz="1800" b="1">
                <a:solidFill>
                  <a:srgbClr val="FFFFFF"/>
                </a:solidFill>
                <a:latin typeface="Bahnschrift"/>
                <a:ea typeface="Bahnschrift"/>
                <a:cs typeface="Bahnschrift"/>
              </a:defRPr>
            </a:lvl8pPr>
            <a:lvl9pPr algn="ctr">
              <a:buNone/>
              <a:defRPr sz="1800" b="1">
                <a:solidFill>
                  <a:srgbClr val="FFFFFF"/>
                </a:solidFill>
                <a:latin typeface="Bahnschrift"/>
                <a:ea typeface="Bahnschrift"/>
                <a:cs typeface="Bahnschrift"/>
              </a:defRPr>
            </a:lvl9pPr>
          </a:lstStyle>
          <a:p>
            <a:pPr algn="ctr">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S</a:t>
            </a:r>
          </a:p>
        </p:txBody>
      </p:sp>
      <p:sp>
        <p:nvSpPr>
          <p:cNvPr id="23" name="brand-footer-4">
            <a:extLst>
              <a:ext uri="{FF2B5EF4-FFF2-40B4-BE49-F238E27FC236}">
                <a16:creationId xmlns:a16="http://schemas.microsoft.com/office/drawing/2014/main" id="{8BE6CDBA-6EE4-467C-85C5-53FAD4E11EF9}"/>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206291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4" name="key-rule-5">
            <a:extLst>
              <a:ext uri="{FF2B5EF4-FFF2-40B4-BE49-F238E27FC236}">
                <a16:creationId xmlns:a16="http://schemas.microsoft.com/office/drawing/2014/main" id="{A15DCAC1-4C84-49F8-A25C-68B6368DA24D}"/>
              </a:ext>
            </a:extLst>
          </p:cNvPr>
          <p:cNvSpPr>
            <a:spLocks noGrp="1"/>
          </p:cNvSpPr>
          <p:nvPr/>
        </p:nvSpPr>
        <p:spPr>
          <a:xfrm>
            <a:off x="7743825" y="5543550"/>
            <a:ext cx="3838575" cy="400050"/>
          </a:xfrm>
          <a:prstGeom prst="rect">
            <a:avLst/>
          </a:prstGeom>
          <a:solidFill>
            <a:srgbClr val="EBD3DF"/>
          </a:solidFill>
          <a:ln w="0">
            <a:noFill/>
          </a:ln>
        </p:spPr>
      </p:sp>
      <p:sp>
        <p:nvSpPr>
          <p:cNvPr id="13" name="copy-36">
            <a:extLst>
              <a:ext uri="{FF2B5EF4-FFF2-40B4-BE49-F238E27FC236}">
                <a16:creationId xmlns:a16="http://schemas.microsoft.com/office/drawing/2014/main" id="{613DA509-0344-4785-935B-1915051AADCF}"/>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05</a:t>
            </a:r>
          </a:p>
        </p:txBody>
      </p:sp>
      <p:sp>
        <p:nvSpPr>
          <p:cNvPr id="2" name="title-5">
            <a:extLst>
              <a:ext uri="{FF2B5EF4-FFF2-40B4-BE49-F238E27FC236}">
                <a16:creationId xmlns:a16="http://schemas.microsoft.com/office/drawing/2014/main" id="{31429E12-1A3D-401E-AB3C-4CA269E27455}"/>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운동 입력과 kcal 계산 예시</a:t>
            </a:r>
          </a:p>
        </p:txBody>
      </p:sp>
      <p:sp>
        <p:nvSpPr>
          <p:cNvPr id="3" name="copy-37">
            <a:extLst>
              <a:ext uri="{FF2B5EF4-FFF2-40B4-BE49-F238E27FC236}">
                <a16:creationId xmlns:a16="http://schemas.microsoft.com/office/drawing/2014/main" id="{76F2C4C2-A422-414C-89D3-DF19D3CC0EF6}"/>
              </a:ext>
            </a:extLst>
          </p:cNvPr>
          <p:cNvSpPr>
            <a:spLocks noGrp="1"/>
          </p:cNvSpPr>
          <p:nvPr/>
        </p:nvSpPr>
        <p:spPr>
          <a:xfrm>
            <a:off x="609600" y="1695450"/>
            <a:ext cx="5810250" cy="419100"/>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100" b="1">
                <a:solidFill>
                  <a:srgbClr val="8E6077"/>
                </a:solidFill>
                <a:latin typeface="Malgun Gothic"/>
                <a:ea typeface="Malgun Gothic"/>
                <a:cs typeface="Malgun Gothic"/>
              </a:defRPr>
            </a:lvl1pPr>
            <a:lvl2pPr>
              <a:buNone/>
              <a:defRPr sz="2100" b="1">
                <a:solidFill>
                  <a:srgbClr val="8E6077"/>
                </a:solidFill>
                <a:latin typeface="Malgun Gothic"/>
                <a:ea typeface="Malgun Gothic"/>
                <a:cs typeface="Malgun Gothic"/>
              </a:defRPr>
            </a:lvl2pPr>
            <a:lvl3pPr>
              <a:buNone/>
              <a:defRPr sz="2100" b="1">
                <a:solidFill>
                  <a:srgbClr val="8E6077"/>
                </a:solidFill>
                <a:latin typeface="Malgun Gothic"/>
                <a:ea typeface="Malgun Gothic"/>
                <a:cs typeface="Malgun Gothic"/>
              </a:defRPr>
            </a:lvl3pPr>
            <a:lvl4pPr>
              <a:buNone/>
              <a:defRPr sz="2100" b="1">
                <a:solidFill>
                  <a:srgbClr val="8E6077"/>
                </a:solidFill>
                <a:latin typeface="Malgun Gothic"/>
                <a:ea typeface="Malgun Gothic"/>
                <a:cs typeface="Malgun Gothic"/>
              </a:defRPr>
            </a:lvl4pPr>
            <a:lvl5pPr>
              <a:buNone/>
              <a:defRPr sz="2100" b="1">
                <a:solidFill>
                  <a:srgbClr val="8E6077"/>
                </a:solidFill>
                <a:latin typeface="Malgun Gothic"/>
                <a:ea typeface="Malgun Gothic"/>
                <a:cs typeface="Malgun Gothic"/>
              </a:defRPr>
            </a:lvl5pPr>
            <a:lvl6pPr>
              <a:buNone/>
              <a:defRPr sz="2100" b="1">
                <a:solidFill>
                  <a:srgbClr val="8E6077"/>
                </a:solidFill>
                <a:latin typeface="Malgun Gothic"/>
                <a:ea typeface="Malgun Gothic"/>
                <a:cs typeface="Malgun Gothic"/>
              </a:defRPr>
            </a:lvl6pPr>
            <a:lvl7pPr>
              <a:buNone/>
              <a:defRPr sz="2100" b="1">
                <a:solidFill>
                  <a:srgbClr val="8E6077"/>
                </a:solidFill>
                <a:latin typeface="Malgun Gothic"/>
                <a:ea typeface="Malgun Gothic"/>
                <a:cs typeface="Malgun Gothic"/>
              </a:defRPr>
            </a:lvl7pPr>
            <a:lvl8pPr>
              <a:buNone/>
              <a:defRPr sz="2100" b="1">
                <a:solidFill>
                  <a:srgbClr val="8E6077"/>
                </a:solidFill>
                <a:latin typeface="Malgun Gothic"/>
                <a:ea typeface="Malgun Gothic"/>
                <a:cs typeface="Malgun Gothic"/>
              </a:defRPr>
            </a:lvl8pPr>
            <a:lvl9pPr>
              <a:buNone/>
              <a:defRPr sz="2100"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계산에 사용한 값</a:t>
            </a:r>
          </a:p>
        </p:txBody>
      </p:sp>
      <p:graphicFrame>
        <p:nvGraphicFramePr>
          <p:cNvPr id="4" name="표 3">
            <a:extLst>
              <a:ext uri="{FF2B5EF4-FFF2-40B4-BE49-F238E27FC236}">
                <a16:creationId xmlns:a16="http://schemas.microsoft.com/office/drawing/2014/main" id="{F4DCA1CD-48C0-418E-965A-198A11F8D562}"/>
              </a:ext>
            </a:extLst>
          </p:cNvPr>
          <p:cNvGraphicFramePr/>
          <p:nvPr/>
        </p:nvGraphicFramePr>
        <p:xfrm>
          <a:off x="609600" y="2266950"/>
          <a:ext cx="6496050" cy="2590800"/>
        </p:xfrm>
        <a:graphic>
          <a:graphicData uri="http://schemas.openxmlformats.org/drawingml/2006/table">
            <a:tbl>
              <a:tblPr/>
              <a:tblGrid>
                <a:gridCol w="3429000">
                  <a:extLst>
                    <a:ext uri="{9D8B030D-6E8A-4147-A177-3AD203B41FA5}">
                      <a16:colId xmlns:a16="http://schemas.microsoft.com/office/drawing/2014/main" val="20000"/>
                    </a:ext>
                  </a:extLst>
                </a:gridCol>
                <a:gridCol w="3067050">
                  <a:extLst>
                    <a:ext uri="{9D8B030D-6E8A-4147-A177-3AD203B41FA5}">
                      <a16:colId xmlns:a16="http://schemas.microsoft.com/office/drawing/2014/main" val="20001"/>
                    </a:ext>
                  </a:extLst>
                </a:gridCol>
              </a:tblGrid>
              <a:tr h="518160">
                <a:tc>
                  <a:txBody>
                    <a:bodyPr/>
                    <a:lstStyle/>
                    <a:p>
                      <a:r>
                        <a:rPr sz="1800" b="1">
                          <a:solidFill>
                            <a:srgbClr val="37313D"/>
                          </a:solidFill>
                          <a:latin typeface="Malgun Gothic"/>
                          <a:ea typeface="Malgun Gothic"/>
                          <a:cs typeface="Malgun Gothic"/>
                        </a:rPr>
                        <a:t>항목</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pPr algn="r">
                        <a:buNone/>
                      </a:pPr>
                      <a:r>
                        <a:rPr sz="1800" b="1">
                          <a:solidFill>
                            <a:srgbClr val="37313D"/>
                          </a:solidFill>
                          <a:latin typeface="Malgun Gothic"/>
                          <a:ea typeface="Malgun Gothic"/>
                          <a:cs typeface="Malgun Gothic"/>
                        </a:rPr>
                        <a:t>입력값</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extLst>
                  <a:ext uri="{0D108BD9-81ED-4DB2-BD59-A6C34878D82A}">
                    <a16:rowId xmlns:a16="http://schemas.microsoft.com/office/drawing/2014/main" val="10000"/>
                  </a:ext>
                </a:extLst>
              </a:tr>
              <a:tr h="518160">
                <a:tc>
                  <a:txBody>
                    <a:bodyPr/>
                    <a:lstStyle/>
                    <a:p>
                      <a:r>
                        <a:rPr sz="1800" b="1">
                          <a:solidFill>
                            <a:srgbClr val="37313D"/>
                          </a:solidFill>
                          <a:latin typeface="Malgun Gothic"/>
                          <a:ea typeface="Malgun Gothic"/>
                          <a:cs typeface="Malgun Gothic"/>
                        </a:rPr>
                        <a:t>운동 종목</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테니스</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1"/>
                  </a:ext>
                </a:extLst>
              </a:tr>
              <a:tr h="518160">
                <a:tc>
                  <a:txBody>
                    <a:bodyPr/>
                    <a:lstStyle/>
                    <a:p>
                      <a:r>
                        <a:rPr sz="1800" b="1">
                          <a:solidFill>
                            <a:srgbClr val="37313D"/>
                          </a:solidFill>
                          <a:latin typeface="Malgun Gothic"/>
                          <a:ea typeface="Malgun Gothic"/>
                          <a:cs typeface="Malgun Gothic"/>
                        </a:rPr>
                        <a:t>실제 수행 시간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30분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2"/>
                  </a:ext>
                </a:extLst>
              </a:tr>
              <a:tr h="518160">
                <a:tc>
                  <a:txBody>
                    <a:bodyPr/>
                    <a:lstStyle/>
                    <a:p>
                      <a:r>
                        <a:rPr sz="1800" b="1">
                          <a:solidFill>
                            <a:srgbClr val="37313D"/>
                          </a:solidFill>
                          <a:latin typeface="Malgun Gothic"/>
                          <a:ea typeface="Malgun Gothic"/>
                          <a:cs typeface="Malgun Gothic"/>
                        </a:rPr>
                        <a:t>체중</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75kg</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3"/>
                  </a:ext>
                </a:extLst>
              </a:tr>
              <a:tr h="518160">
                <a:tc>
                  <a:txBody>
                    <a:bodyPr/>
                    <a:lstStyle/>
                    <a:p>
                      <a:r>
                        <a:rPr sz="1800" b="1">
                          <a:solidFill>
                            <a:srgbClr val="37313D"/>
                          </a:solidFill>
                          <a:latin typeface="Malgun Gothic"/>
                          <a:ea typeface="Malgun Gothic"/>
                          <a:cs typeface="Malgun Gothic"/>
                        </a:rPr>
                        <a:t>지원 강도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MET 6.8</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copy-38">
            <a:extLst>
              <a:ext uri="{FF2B5EF4-FFF2-40B4-BE49-F238E27FC236}">
                <a16:creationId xmlns:a16="http://schemas.microsoft.com/office/drawing/2014/main" id="{2C7A181F-7BD2-4DF9-9A67-65388904E6B7}"/>
              </a:ext>
            </a:extLst>
          </p:cNvPr>
          <p:cNvSpPr>
            <a:spLocks noGrp="1"/>
          </p:cNvSpPr>
          <p:nvPr/>
        </p:nvSpPr>
        <p:spPr>
          <a:xfrm>
            <a:off x="609600" y="5038725"/>
            <a:ext cx="6496050" cy="381000"/>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100" b="1">
                <a:solidFill>
                  <a:srgbClr val="8E6077"/>
                </a:solidFill>
                <a:latin typeface="Malgun Gothic"/>
                <a:ea typeface="Malgun Gothic"/>
                <a:cs typeface="Malgun Gothic"/>
              </a:defRPr>
            </a:lvl1pPr>
            <a:lvl2pPr>
              <a:buNone/>
              <a:defRPr sz="2100" b="1">
                <a:solidFill>
                  <a:srgbClr val="8E6077"/>
                </a:solidFill>
                <a:latin typeface="Malgun Gothic"/>
                <a:ea typeface="Malgun Gothic"/>
                <a:cs typeface="Malgun Gothic"/>
              </a:defRPr>
            </a:lvl2pPr>
            <a:lvl3pPr>
              <a:buNone/>
              <a:defRPr sz="2100" b="1">
                <a:solidFill>
                  <a:srgbClr val="8E6077"/>
                </a:solidFill>
                <a:latin typeface="Malgun Gothic"/>
                <a:ea typeface="Malgun Gothic"/>
                <a:cs typeface="Malgun Gothic"/>
              </a:defRPr>
            </a:lvl3pPr>
            <a:lvl4pPr>
              <a:buNone/>
              <a:defRPr sz="2100" b="1">
                <a:solidFill>
                  <a:srgbClr val="8E6077"/>
                </a:solidFill>
                <a:latin typeface="Malgun Gothic"/>
                <a:ea typeface="Malgun Gothic"/>
                <a:cs typeface="Malgun Gothic"/>
              </a:defRPr>
            </a:lvl4pPr>
            <a:lvl5pPr>
              <a:buNone/>
              <a:defRPr sz="2100" b="1">
                <a:solidFill>
                  <a:srgbClr val="8E6077"/>
                </a:solidFill>
                <a:latin typeface="Malgun Gothic"/>
                <a:ea typeface="Malgun Gothic"/>
                <a:cs typeface="Malgun Gothic"/>
              </a:defRPr>
            </a:lvl5pPr>
            <a:lvl6pPr>
              <a:buNone/>
              <a:defRPr sz="2100" b="1">
                <a:solidFill>
                  <a:srgbClr val="8E6077"/>
                </a:solidFill>
                <a:latin typeface="Malgun Gothic"/>
                <a:ea typeface="Malgun Gothic"/>
                <a:cs typeface="Malgun Gothic"/>
              </a:defRPr>
            </a:lvl6pPr>
            <a:lvl7pPr>
              <a:buNone/>
              <a:defRPr sz="2100" b="1">
                <a:solidFill>
                  <a:srgbClr val="8E6077"/>
                </a:solidFill>
                <a:latin typeface="Malgun Gothic"/>
                <a:ea typeface="Malgun Gothic"/>
                <a:cs typeface="Malgun Gothic"/>
              </a:defRPr>
            </a:lvl7pPr>
            <a:lvl8pPr>
              <a:buNone/>
              <a:defRPr sz="2100" b="1">
                <a:solidFill>
                  <a:srgbClr val="8E6077"/>
                </a:solidFill>
                <a:latin typeface="Malgun Gothic"/>
                <a:ea typeface="Malgun Gothic"/>
                <a:cs typeface="Malgun Gothic"/>
              </a:defRPr>
            </a:lvl8pPr>
            <a:lvl9pPr>
              <a:buNone/>
              <a:defRPr sz="2100"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5개 분류, 22개 종목</a:t>
            </a:r>
          </a:p>
        </p:txBody>
      </p:sp>
      <p:sp>
        <p:nvSpPr>
          <p:cNvPr id="6" name="copy-39">
            <a:extLst>
              <a:ext uri="{FF2B5EF4-FFF2-40B4-BE49-F238E27FC236}">
                <a16:creationId xmlns:a16="http://schemas.microsoft.com/office/drawing/2014/main" id="{AE5E293E-E822-44D6-B79C-30EED08F7AB2}"/>
              </a:ext>
            </a:extLst>
          </p:cNvPr>
          <p:cNvSpPr>
            <a:spLocks noGrp="1"/>
          </p:cNvSpPr>
          <p:nvPr/>
        </p:nvSpPr>
        <p:spPr>
          <a:xfrm>
            <a:off x="609600" y="5507550"/>
            <a:ext cx="6496050" cy="70485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725">
                <a:solidFill>
                  <a:srgbClr val="716877"/>
                </a:solidFill>
                <a:latin typeface="Malgun Gothic"/>
                <a:ea typeface="Malgun Gothic"/>
                <a:cs typeface="Malgun Gothic"/>
              </a:defRPr>
            </a:lvl1pPr>
            <a:lvl2pPr>
              <a:buNone/>
              <a:defRPr sz="1725">
                <a:solidFill>
                  <a:srgbClr val="716877"/>
                </a:solidFill>
                <a:latin typeface="Malgun Gothic"/>
                <a:ea typeface="Malgun Gothic"/>
                <a:cs typeface="Malgun Gothic"/>
              </a:defRPr>
            </a:lvl2pPr>
            <a:lvl3pPr>
              <a:buNone/>
              <a:defRPr sz="1725">
                <a:solidFill>
                  <a:srgbClr val="716877"/>
                </a:solidFill>
                <a:latin typeface="Malgun Gothic"/>
                <a:ea typeface="Malgun Gothic"/>
                <a:cs typeface="Malgun Gothic"/>
              </a:defRPr>
            </a:lvl3pPr>
            <a:lvl4pPr>
              <a:buNone/>
              <a:defRPr sz="1725">
                <a:solidFill>
                  <a:srgbClr val="716877"/>
                </a:solidFill>
                <a:latin typeface="Malgun Gothic"/>
                <a:ea typeface="Malgun Gothic"/>
                <a:cs typeface="Malgun Gothic"/>
              </a:defRPr>
            </a:lvl4pPr>
            <a:lvl5pPr>
              <a:buNone/>
              <a:defRPr sz="1725">
                <a:solidFill>
                  <a:srgbClr val="716877"/>
                </a:solidFill>
                <a:latin typeface="Malgun Gothic"/>
                <a:ea typeface="Malgun Gothic"/>
                <a:cs typeface="Malgun Gothic"/>
              </a:defRPr>
            </a:lvl5pPr>
            <a:lvl6pPr>
              <a:buNone/>
              <a:defRPr sz="1725">
                <a:solidFill>
                  <a:srgbClr val="716877"/>
                </a:solidFill>
                <a:latin typeface="Malgun Gothic"/>
                <a:ea typeface="Malgun Gothic"/>
                <a:cs typeface="Malgun Gothic"/>
              </a:defRPr>
            </a:lvl6pPr>
            <a:lvl7pPr>
              <a:buNone/>
              <a:defRPr sz="1725">
                <a:solidFill>
                  <a:srgbClr val="716877"/>
                </a:solidFill>
                <a:latin typeface="Malgun Gothic"/>
                <a:ea typeface="Malgun Gothic"/>
                <a:cs typeface="Malgun Gothic"/>
              </a:defRPr>
            </a:lvl7pPr>
            <a:lvl8pPr>
              <a:buNone/>
              <a:defRPr sz="1725">
                <a:solidFill>
                  <a:srgbClr val="716877"/>
                </a:solidFill>
                <a:latin typeface="Malgun Gothic"/>
                <a:ea typeface="Malgun Gothic"/>
                <a:cs typeface="Malgun Gothic"/>
              </a:defRPr>
            </a:lvl8pPr>
            <a:lvl9pPr>
              <a:buNone/>
              <a:defRPr sz="1725">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종목에 맞게 시간·횟수·층수 입력</a:t>
            </a:r>
          </a:p>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계산 조건이 부족해도 기록 저장</a:t>
            </a:r>
          </a:p>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풋살은 참여 시간과 경기 시간을 구분</a:t>
            </a:r>
          </a:p>
        </p:txBody>
      </p:sp>
      <p:sp>
        <p:nvSpPr>
          <p:cNvPr id="7" name="copy-40">
            <a:extLst>
              <a:ext uri="{FF2B5EF4-FFF2-40B4-BE49-F238E27FC236}">
                <a16:creationId xmlns:a16="http://schemas.microsoft.com/office/drawing/2014/main" id="{8F7DB9FB-7C73-4306-8FB9-F4E5DB2C1AD9}"/>
              </a:ext>
            </a:extLst>
          </p:cNvPr>
          <p:cNvSpPr>
            <a:spLocks noGrp="1"/>
          </p:cNvSpPr>
          <p:nvPr/>
        </p:nvSpPr>
        <p:spPr>
          <a:xfrm>
            <a:off x="7743825" y="1695450"/>
            <a:ext cx="3838575" cy="419100"/>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100" b="1">
                <a:solidFill>
                  <a:srgbClr val="8E6077"/>
                </a:solidFill>
                <a:latin typeface="Malgun Gothic"/>
                <a:ea typeface="Malgun Gothic"/>
                <a:cs typeface="Malgun Gothic"/>
              </a:defRPr>
            </a:lvl1pPr>
            <a:lvl2pPr>
              <a:buNone/>
              <a:defRPr sz="2100" b="1">
                <a:solidFill>
                  <a:srgbClr val="8E6077"/>
                </a:solidFill>
                <a:latin typeface="Malgun Gothic"/>
                <a:ea typeface="Malgun Gothic"/>
                <a:cs typeface="Malgun Gothic"/>
              </a:defRPr>
            </a:lvl2pPr>
            <a:lvl3pPr>
              <a:buNone/>
              <a:defRPr sz="2100" b="1">
                <a:solidFill>
                  <a:srgbClr val="8E6077"/>
                </a:solidFill>
                <a:latin typeface="Malgun Gothic"/>
                <a:ea typeface="Malgun Gothic"/>
                <a:cs typeface="Malgun Gothic"/>
              </a:defRPr>
            </a:lvl3pPr>
            <a:lvl4pPr>
              <a:buNone/>
              <a:defRPr sz="2100" b="1">
                <a:solidFill>
                  <a:srgbClr val="8E6077"/>
                </a:solidFill>
                <a:latin typeface="Malgun Gothic"/>
                <a:ea typeface="Malgun Gothic"/>
                <a:cs typeface="Malgun Gothic"/>
              </a:defRPr>
            </a:lvl4pPr>
            <a:lvl5pPr>
              <a:buNone/>
              <a:defRPr sz="2100" b="1">
                <a:solidFill>
                  <a:srgbClr val="8E6077"/>
                </a:solidFill>
                <a:latin typeface="Malgun Gothic"/>
                <a:ea typeface="Malgun Gothic"/>
                <a:cs typeface="Malgun Gothic"/>
              </a:defRPr>
            </a:lvl5pPr>
            <a:lvl6pPr>
              <a:buNone/>
              <a:defRPr sz="2100" b="1">
                <a:solidFill>
                  <a:srgbClr val="8E6077"/>
                </a:solidFill>
                <a:latin typeface="Malgun Gothic"/>
                <a:ea typeface="Malgun Gothic"/>
                <a:cs typeface="Malgun Gothic"/>
              </a:defRPr>
            </a:lvl6pPr>
            <a:lvl7pPr>
              <a:buNone/>
              <a:defRPr sz="2100" b="1">
                <a:solidFill>
                  <a:srgbClr val="8E6077"/>
                </a:solidFill>
                <a:latin typeface="Malgun Gothic"/>
                <a:ea typeface="Malgun Gothic"/>
                <a:cs typeface="Malgun Gothic"/>
              </a:defRPr>
            </a:lvl7pPr>
            <a:lvl8pPr>
              <a:buNone/>
              <a:defRPr sz="2100" b="1">
                <a:solidFill>
                  <a:srgbClr val="8E6077"/>
                </a:solidFill>
                <a:latin typeface="Malgun Gothic"/>
                <a:ea typeface="Malgun Gothic"/>
                <a:cs typeface="Malgun Gothic"/>
              </a:defRPr>
            </a:lvl8pPr>
            <a:lvl9pPr>
              <a:buNone/>
              <a:defRPr sz="2100"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예상 소모량</a:t>
            </a:r>
          </a:p>
        </p:txBody>
      </p:sp>
      <p:sp>
        <p:nvSpPr>
          <p:cNvPr id="8" name="energy-value-255">
            <a:extLst>
              <a:ext uri="{FF2B5EF4-FFF2-40B4-BE49-F238E27FC236}">
                <a16:creationId xmlns:a16="http://schemas.microsoft.com/office/drawing/2014/main" id="{47ACF0C1-E624-4C91-BD98-6B676680CCA9}"/>
              </a:ext>
            </a:extLst>
          </p:cNvPr>
          <p:cNvSpPr>
            <a:spLocks noGrp="1"/>
          </p:cNvSpPr>
          <p:nvPr/>
        </p:nvSpPr>
        <p:spPr>
          <a:xfrm>
            <a:off x="7549515" y="2228850"/>
            <a:ext cx="3200400" cy="1800225"/>
          </a:xfrm>
          <a:prstGeom prst="rect">
            <a:avLst/>
          </a:prstGeom>
          <a:noFill/>
          <a:ln w="0">
            <a:noFill/>
          </a:ln>
        </p:spPr>
        <p:txBody>
          <a:bodyPr wrap="none" lIns="0" tIns="0" rIns="0" bIns="0" anchor="t">
            <a:noAutofit/>
          </a:bodyPr>
          <a:lstStyle>
            <a:defPPr algn="r">
              <a:defRPr sz="10800" b="1">
                <a:solidFill>
                  <a:srgbClr val="8E6077"/>
                </a:solidFill>
                <a:latin typeface="Bahnschrift"/>
                <a:ea typeface="Bahnschrift"/>
                <a:cs typeface="Bahnschrift"/>
              </a:defRPr>
            </a:defPPr>
            <a:lvl1pPr algn="r">
              <a:buNone/>
              <a:defRPr sz="10800" b="1">
                <a:solidFill>
                  <a:srgbClr val="8E6077"/>
                </a:solidFill>
                <a:latin typeface="Bahnschrift"/>
                <a:ea typeface="Bahnschrift"/>
                <a:cs typeface="Bahnschrift"/>
              </a:defRPr>
            </a:lvl1pPr>
            <a:lvl2pPr algn="r">
              <a:buNone/>
              <a:defRPr sz="10800" b="1">
                <a:solidFill>
                  <a:srgbClr val="8E6077"/>
                </a:solidFill>
                <a:latin typeface="Bahnschrift"/>
                <a:ea typeface="Bahnschrift"/>
                <a:cs typeface="Bahnschrift"/>
              </a:defRPr>
            </a:lvl2pPr>
            <a:lvl3pPr algn="r">
              <a:buNone/>
              <a:defRPr sz="10800" b="1">
                <a:solidFill>
                  <a:srgbClr val="8E6077"/>
                </a:solidFill>
                <a:latin typeface="Bahnschrift"/>
                <a:ea typeface="Bahnschrift"/>
                <a:cs typeface="Bahnschrift"/>
              </a:defRPr>
            </a:lvl3pPr>
            <a:lvl4pPr algn="r">
              <a:buNone/>
              <a:defRPr sz="10800" b="1">
                <a:solidFill>
                  <a:srgbClr val="8E6077"/>
                </a:solidFill>
                <a:latin typeface="Bahnschrift"/>
                <a:ea typeface="Bahnschrift"/>
                <a:cs typeface="Bahnschrift"/>
              </a:defRPr>
            </a:lvl4pPr>
            <a:lvl5pPr algn="r">
              <a:buNone/>
              <a:defRPr sz="10800" b="1">
                <a:solidFill>
                  <a:srgbClr val="8E6077"/>
                </a:solidFill>
                <a:latin typeface="Bahnschrift"/>
                <a:ea typeface="Bahnschrift"/>
                <a:cs typeface="Bahnschrift"/>
              </a:defRPr>
            </a:lvl5pPr>
            <a:lvl6pPr algn="r">
              <a:buNone/>
              <a:defRPr sz="10800" b="1">
                <a:solidFill>
                  <a:srgbClr val="8E6077"/>
                </a:solidFill>
                <a:latin typeface="Bahnschrift"/>
                <a:ea typeface="Bahnschrift"/>
                <a:cs typeface="Bahnschrift"/>
              </a:defRPr>
            </a:lvl6pPr>
            <a:lvl7pPr algn="r">
              <a:buNone/>
              <a:defRPr sz="10800" b="1">
                <a:solidFill>
                  <a:srgbClr val="8E6077"/>
                </a:solidFill>
                <a:latin typeface="Bahnschrift"/>
                <a:ea typeface="Bahnschrift"/>
                <a:cs typeface="Bahnschrift"/>
              </a:defRPr>
            </a:lvl7pPr>
            <a:lvl8pPr algn="r">
              <a:buNone/>
              <a:defRPr sz="10800" b="1">
                <a:solidFill>
                  <a:srgbClr val="8E6077"/>
                </a:solidFill>
                <a:latin typeface="Bahnschrift"/>
                <a:ea typeface="Bahnschrift"/>
                <a:cs typeface="Bahnschrift"/>
              </a:defRPr>
            </a:lvl8pPr>
            <a:lvl9pPr algn="r">
              <a:buNone/>
              <a:defRPr sz="10800" b="1">
                <a:solidFill>
                  <a:srgbClr val="8E6077"/>
                </a:solidFill>
                <a:latin typeface="Bahnschrift"/>
                <a:ea typeface="Bahnschrift"/>
                <a:cs typeface="Bahnschrift"/>
              </a:defRPr>
            </a:lvl9pPr>
          </a:lstStyle>
          <a:p>
            <a:pPr algn="r">
              <a:buNone/>
              <a:defRPr sz="10800" b="1">
                <a:solidFill>
                  <a:srgbClr val="8E6077"/>
                </a:solidFill>
                <a:latin typeface="Bahnschrift"/>
                <a:ea typeface="Bahnschrift"/>
                <a:cs typeface="Bahnschrift"/>
              </a:defRPr>
            </a:pPr>
            <a:r>
              <a:rPr sz="10800" b="1">
                <a:solidFill>
                  <a:srgbClr val="8E6077"/>
                </a:solidFill>
                <a:latin typeface="Bahnschrift"/>
                <a:ea typeface="Bahnschrift"/>
                <a:cs typeface="Bahnschrift"/>
              </a:rPr>
              <a:t>255</a:t>
            </a:r>
          </a:p>
        </p:txBody>
      </p:sp>
      <p:sp>
        <p:nvSpPr>
          <p:cNvPr id="9" name="energy-unit-kcal">
            <a:extLst>
              <a:ext uri="{FF2B5EF4-FFF2-40B4-BE49-F238E27FC236}">
                <a16:creationId xmlns:a16="http://schemas.microsoft.com/office/drawing/2014/main" id="{C1EC13BF-611A-42DE-8A83-1873F4D6102F}"/>
              </a:ext>
            </a:extLst>
          </p:cNvPr>
          <p:cNvSpPr>
            <a:spLocks noGrp="1"/>
          </p:cNvSpPr>
          <p:nvPr/>
        </p:nvSpPr>
        <p:spPr>
          <a:xfrm>
            <a:off x="10921365" y="3257550"/>
            <a:ext cx="790575" cy="504825"/>
          </a:xfrm>
          <a:prstGeom prst="rect">
            <a:avLst/>
          </a:prstGeom>
          <a:noFill/>
          <a:ln w="0">
            <a:noFill/>
          </a:ln>
        </p:spPr>
        <p:txBody>
          <a:bodyPr wrap="none" lIns="0" tIns="0" rIns="0" bIns="0" anchor="t">
            <a:noAutofit/>
          </a:bodyPr>
          <a:lstStyle>
            <a:defPPr>
              <a:defRPr sz="2200">
                <a:solidFill>
                  <a:srgbClr val="8E6077"/>
                </a:solidFill>
                <a:latin typeface="Bahnschrift"/>
                <a:ea typeface="Bahnschrift"/>
                <a:cs typeface="Bahnschrift"/>
              </a:defRPr>
            </a:defPPr>
            <a:lvl1pPr>
              <a:buNone/>
              <a:defRPr sz="2700">
                <a:solidFill>
                  <a:srgbClr val="8E6077"/>
                </a:solidFill>
                <a:latin typeface="Bahnschrift"/>
                <a:ea typeface="Bahnschrift"/>
                <a:cs typeface="Bahnschrift"/>
              </a:defRPr>
            </a:lvl1pPr>
            <a:lvl2pPr>
              <a:buNone/>
              <a:defRPr sz="2700">
                <a:solidFill>
                  <a:srgbClr val="8E6077"/>
                </a:solidFill>
                <a:latin typeface="Bahnschrift"/>
                <a:ea typeface="Bahnschrift"/>
                <a:cs typeface="Bahnschrift"/>
              </a:defRPr>
            </a:lvl2pPr>
            <a:lvl3pPr>
              <a:buNone/>
              <a:defRPr sz="2700">
                <a:solidFill>
                  <a:srgbClr val="8E6077"/>
                </a:solidFill>
                <a:latin typeface="Bahnschrift"/>
                <a:ea typeface="Bahnschrift"/>
                <a:cs typeface="Bahnschrift"/>
              </a:defRPr>
            </a:lvl3pPr>
            <a:lvl4pPr>
              <a:buNone/>
              <a:defRPr sz="2700">
                <a:solidFill>
                  <a:srgbClr val="8E6077"/>
                </a:solidFill>
                <a:latin typeface="Bahnschrift"/>
                <a:ea typeface="Bahnschrift"/>
                <a:cs typeface="Bahnschrift"/>
              </a:defRPr>
            </a:lvl4pPr>
            <a:lvl5pPr>
              <a:buNone/>
              <a:defRPr sz="2700">
                <a:solidFill>
                  <a:srgbClr val="8E6077"/>
                </a:solidFill>
                <a:latin typeface="Bahnschrift"/>
                <a:ea typeface="Bahnschrift"/>
                <a:cs typeface="Bahnschrift"/>
              </a:defRPr>
            </a:lvl5pPr>
            <a:lvl6pPr>
              <a:buNone/>
              <a:defRPr sz="2700">
                <a:solidFill>
                  <a:srgbClr val="8E6077"/>
                </a:solidFill>
                <a:latin typeface="Bahnschrift"/>
                <a:ea typeface="Bahnschrift"/>
                <a:cs typeface="Bahnschrift"/>
              </a:defRPr>
            </a:lvl6pPr>
            <a:lvl7pPr>
              <a:buNone/>
              <a:defRPr sz="2700">
                <a:solidFill>
                  <a:srgbClr val="8E6077"/>
                </a:solidFill>
                <a:latin typeface="Bahnschrift"/>
                <a:ea typeface="Bahnschrift"/>
                <a:cs typeface="Bahnschrift"/>
              </a:defRPr>
            </a:lvl7pPr>
            <a:lvl8pPr>
              <a:buNone/>
              <a:defRPr sz="2700">
                <a:solidFill>
                  <a:srgbClr val="8E6077"/>
                </a:solidFill>
                <a:latin typeface="Bahnschrift"/>
                <a:ea typeface="Bahnschrift"/>
                <a:cs typeface="Bahnschrift"/>
              </a:defRPr>
            </a:lvl8pPr>
            <a:lvl9pPr>
              <a:buNone/>
              <a:defRPr sz="2700">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kcal</a:t>
            </a:r>
          </a:p>
        </p:txBody>
      </p:sp>
      <p:sp>
        <p:nvSpPr>
          <p:cNvPr id="10" name="copy-41">
            <a:extLst>
              <a:ext uri="{FF2B5EF4-FFF2-40B4-BE49-F238E27FC236}">
                <a16:creationId xmlns:a16="http://schemas.microsoft.com/office/drawing/2014/main" id="{F4B36167-46F6-4D5D-8DBF-39B467B7C76A}"/>
              </a:ext>
            </a:extLst>
          </p:cNvPr>
          <p:cNvSpPr>
            <a:spLocks noGrp="1"/>
          </p:cNvSpPr>
          <p:nvPr/>
        </p:nvSpPr>
        <p:spPr>
          <a:xfrm>
            <a:off x="7743825" y="4248150"/>
            <a:ext cx="3838575" cy="43815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950" b="1">
                <a:solidFill>
                  <a:srgbClr val="37313D"/>
                </a:solidFill>
                <a:latin typeface="Malgun Gothic"/>
                <a:ea typeface="Malgun Gothic"/>
                <a:cs typeface="Malgun Gothic"/>
              </a:defRPr>
            </a:lvl1pPr>
            <a:lvl2pPr>
              <a:buNone/>
              <a:defRPr sz="1950" b="1">
                <a:solidFill>
                  <a:srgbClr val="37313D"/>
                </a:solidFill>
                <a:latin typeface="Malgun Gothic"/>
                <a:ea typeface="Malgun Gothic"/>
                <a:cs typeface="Malgun Gothic"/>
              </a:defRPr>
            </a:lvl2pPr>
            <a:lvl3pPr>
              <a:buNone/>
              <a:defRPr sz="1950" b="1">
                <a:solidFill>
                  <a:srgbClr val="37313D"/>
                </a:solidFill>
                <a:latin typeface="Malgun Gothic"/>
                <a:ea typeface="Malgun Gothic"/>
                <a:cs typeface="Malgun Gothic"/>
              </a:defRPr>
            </a:lvl3pPr>
            <a:lvl4pPr>
              <a:buNone/>
              <a:defRPr sz="1950" b="1">
                <a:solidFill>
                  <a:srgbClr val="37313D"/>
                </a:solidFill>
                <a:latin typeface="Malgun Gothic"/>
                <a:ea typeface="Malgun Gothic"/>
                <a:cs typeface="Malgun Gothic"/>
              </a:defRPr>
            </a:lvl4pPr>
            <a:lvl5pPr>
              <a:buNone/>
              <a:defRPr sz="1950" b="1">
                <a:solidFill>
                  <a:srgbClr val="37313D"/>
                </a:solidFill>
                <a:latin typeface="Malgun Gothic"/>
                <a:ea typeface="Malgun Gothic"/>
                <a:cs typeface="Malgun Gothic"/>
              </a:defRPr>
            </a:lvl5pPr>
            <a:lvl6pPr>
              <a:buNone/>
              <a:defRPr sz="1950" b="1">
                <a:solidFill>
                  <a:srgbClr val="37313D"/>
                </a:solidFill>
                <a:latin typeface="Malgun Gothic"/>
                <a:ea typeface="Malgun Gothic"/>
                <a:cs typeface="Malgun Gothic"/>
              </a:defRPr>
            </a:lvl6pPr>
            <a:lvl7pPr>
              <a:buNone/>
              <a:defRPr sz="1950" b="1">
                <a:solidFill>
                  <a:srgbClr val="37313D"/>
                </a:solidFill>
                <a:latin typeface="Malgun Gothic"/>
                <a:ea typeface="Malgun Gothic"/>
                <a:cs typeface="Malgun Gothic"/>
              </a:defRPr>
            </a:lvl7pPr>
            <a:lvl8pPr>
              <a:buNone/>
              <a:defRPr sz="1950" b="1">
                <a:solidFill>
                  <a:srgbClr val="37313D"/>
                </a:solidFill>
                <a:latin typeface="Malgun Gothic"/>
                <a:ea typeface="Malgun Gothic"/>
                <a:cs typeface="Malgun Gothic"/>
              </a:defRPr>
            </a:lvl8pPr>
            <a:lvl9pPr>
              <a:buNone/>
              <a:defRPr sz="1950"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체중 × MET × 수행 시간</a:t>
            </a:r>
          </a:p>
        </p:txBody>
      </p:sp>
      <p:sp>
        <p:nvSpPr>
          <p:cNvPr id="11" name="copy-42">
            <a:extLst>
              <a:ext uri="{FF2B5EF4-FFF2-40B4-BE49-F238E27FC236}">
                <a16:creationId xmlns:a16="http://schemas.microsoft.com/office/drawing/2014/main" id="{69AFC158-4887-43C9-9AF7-3EADB7AC424E}"/>
              </a:ext>
            </a:extLst>
          </p:cNvPr>
          <p:cNvSpPr>
            <a:spLocks noGrp="1"/>
          </p:cNvSpPr>
          <p:nvPr/>
        </p:nvSpPr>
        <p:spPr>
          <a:xfrm>
            <a:off x="7743825" y="4819650"/>
            <a:ext cx="3838575" cy="504825"/>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550">
                <a:solidFill>
                  <a:srgbClr val="8E6077"/>
                </a:solidFill>
                <a:latin typeface="Bahnschrift"/>
                <a:ea typeface="Bahnschrift"/>
                <a:cs typeface="Bahnschrift"/>
              </a:defRPr>
            </a:lvl1pPr>
            <a:lvl2pPr>
              <a:buNone/>
              <a:defRPr sz="2550">
                <a:solidFill>
                  <a:srgbClr val="8E6077"/>
                </a:solidFill>
                <a:latin typeface="Bahnschrift"/>
                <a:ea typeface="Bahnschrift"/>
                <a:cs typeface="Bahnschrift"/>
              </a:defRPr>
            </a:lvl2pPr>
            <a:lvl3pPr>
              <a:buNone/>
              <a:defRPr sz="2550">
                <a:solidFill>
                  <a:srgbClr val="8E6077"/>
                </a:solidFill>
                <a:latin typeface="Bahnschrift"/>
                <a:ea typeface="Bahnschrift"/>
                <a:cs typeface="Bahnschrift"/>
              </a:defRPr>
            </a:lvl3pPr>
            <a:lvl4pPr>
              <a:buNone/>
              <a:defRPr sz="2550">
                <a:solidFill>
                  <a:srgbClr val="8E6077"/>
                </a:solidFill>
                <a:latin typeface="Bahnschrift"/>
                <a:ea typeface="Bahnschrift"/>
                <a:cs typeface="Bahnschrift"/>
              </a:defRPr>
            </a:lvl4pPr>
            <a:lvl5pPr>
              <a:buNone/>
              <a:defRPr sz="2550">
                <a:solidFill>
                  <a:srgbClr val="8E6077"/>
                </a:solidFill>
                <a:latin typeface="Bahnschrift"/>
                <a:ea typeface="Bahnschrift"/>
                <a:cs typeface="Bahnschrift"/>
              </a:defRPr>
            </a:lvl5pPr>
            <a:lvl6pPr>
              <a:buNone/>
              <a:defRPr sz="2550">
                <a:solidFill>
                  <a:srgbClr val="8E6077"/>
                </a:solidFill>
                <a:latin typeface="Bahnschrift"/>
                <a:ea typeface="Bahnschrift"/>
                <a:cs typeface="Bahnschrift"/>
              </a:defRPr>
            </a:lvl6pPr>
            <a:lvl7pPr>
              <a:buNone/>
              <a:defRPr sz="2550">
                <a:solidFill>
                  <a:srgbClr val="8E6077"/>
                </a:solidFill>
                <a:latin typeface="Bahnschrift"/>
                <a:ea typeface="Bahnschrift"/>
                <a:cs typeface="Bahnschrift"/>
              </a:defRPr>
            </a:lvl7pPr>
            <a:lvl8pPr>
              <a:buNone/>
              <a:defRPr sz="2550">
                <a:solidFill>
                  <a:srgbClr val="8E6077"/>
                </a:solidFill>
                <a:latin typeface="Bahnschrift"/>
                <a:ea typeface="Bahnschrift"/>
                <a:cs typeface="Bahnschrift"/>
              </a:defRPr>
            </a:lvl8pPr>
            <a:lvl9pPr>
              <a:buNone/>
              <a:defRPr sz="2550">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75 × 6.8 × 0.5h</a:t>
            </a:r>
          </a:p>
        </p:txBody>
      </p:sp>
      <p:sp>
        <p:nvSpPr>
          <p:cNvPr id="12" name="copy-43">
            <a:extLst>
              <a:ext uri="{FF2B5EF4-FFF2-40B4-BE49-F238E27FC236}">
                <a16:creationId xmlns:a16="http://schemas.microsoft.com/office/drawing/2014/main" id="{3B73A277-91CD-4808-8233-58769F93FA1C}"/>
              </a:ext>
            </a:extLst>
          </p:cNvPr>
          <p:cNvSpPr>
            <a:spLocks noGrp="1"/>
          </p:cNvSpPr>
          <p:nvPr/>
        </p:nvSpPr>
        <p:spPr>
          <a:xfrm>
            <a:off x="7934325" y="5629275"/>
            <a:ext cx="3457575"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00" b="1">
                <a:solidFill>
                  <a:srgbClr val="716877"/>
                </a:solidFill>
                <a:latin typeface="Malgun Gothic"/>
                <a:ea typeface="Malgun Gothic"/>
                <a:cs typeface="Malgun Gothic"/>
              </a:defRPr>
            </a:lvl1pPr>
            <a:lvl2pPr>
              <a:buNone/>
              <a:defRPr sz="1800" b="1">
                <a:solidFill>
                  <a:srgbClr val="716877"/>
                </a:solidFill>
                <a:latin typeface="Malgun Gothic"/>
                <a:ea typeface="Malgun Gothic"/>
                <a:cs typeface="Malgun Gothic"/>
              </a:defRPr>
            </a:lvl2pPr>
            <a:lvl3pPr>
              <a:buNone/>
              <a:defRPr sz="1800" b="1">
                <a:solidFill>
                  <a:srgbClr val="716877"/>
                </a:solidFill>
                <a:latin typeface="Malgun Gothic"/>
                <a:ea typeface="Malgun Gothic"/>
                <a:cs typeface="Malgun Gothic"/>
              </a:defRPr>
            </a:lvl3pPr>
            <a:lvl4pPr>
              <a:buNone/>
              <a:defRPr sz="1800" b="1">
                <a:solidFill>
                  <a:srgbClr val="716877"/>
                </a:solidFill>
                <a:latin typeface="Malgun Gothic"/>
                <a:ea typeface="Malgun Gothic"/>
                <a:cs typeface="Malgun Gothic"/>
              </a:defRPr>
            </a:lvl4pPr>
            <a:lvl5pPr>
              <a:buNone/>
              <a:defRPr sz="1800" b="1">
                <a:solidFill>
                  <a:srgbClr val="716877"/>
                </a:solidFill>
                <a:latin typeface="Malgun Gothic"/>
                <a:ea typeface="Malgun Gothic"/>
                <a:cs typeface="Malgun Gothic"/>
              </a:defRPr>
            </a:lvl5pPr>
            <a:lvl6pPr>
              <a:buNone/>
              <a:defRPr sz="1800" b="1">
                <a:solidFill>
                  <a:srgbClr val="716877"/>
                </a:solidFill>
                <a:latin typeface="Malgun Gothic"/>
                <a:ea typeface="Malgun Gothic"/>
                <a:cs typeface="Malgun Gothic"/>
              </a:defRPr>
            </a:lvl6pPr>
            <a:lvl7pPr>
              <a:buNone/>
              <a:defRPr sz="1800" b="1">
                <a:solidFill>
                  <a:srgbClr val="716877"/>
                </a:solidFill>
                <a:latin typeface="Malgun Gothic"/>
                <a:ea typeface="Malgun Gothic"/>
                <a:cs typeface="Malgun Gothic"/>
              </a:defRPr>
            </a:lvl7pPr>
            <a:lvl8pPr>
              <a:buNone/>
              <a:defRPr sz="1800" b="1">
                <a:solidFill>
                  <a:srgbClr val="716877"/>
                </a:solidFill>
                <a:latin typeface="Malgun Gothic"/>
                <a:ea typeface="Malgun Gothic"/>
                <a:cs typeface="Malgun Gothic"/>
              </a:defRPr>
            </a:lvl8pPr>
            <a:lvl9pPr>
              <a:buNone/>
              <a:defRPr sz="1800" b="1">
                <a:solidFill>
                  <a:srgbClr val="7168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실제 측정값이 아닌 추정값</a:t>
            </a:r>
          </a:p>
        </p:txBody>
      </p:sp>
      <p:sp>
        <p:nvSpPr>
          <p:cNvPr id="15" name="brand-footer-5">
            <a:extLst>
              <a:ext uri="{FF2B5EF4-FFF2-40B4-BE49-F238E27FC236}">
                <a16:creationId xmlns:a16="http://schemas.microsoft.com/office/drawing/2014/main" id="{BAE3F917-8982-4E95-A8FE-F644411DE5AE}"/>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
        <p:nvSpPr>
          <p:cNvPr id="16" name="estimate-conditions-note">
            <a:extLst>
              <a:ext uri="{FF2B5EF4-FFF2-40B4-BE49-F238E27FC236}">
                <a16:creationId xmlns:a16="http://schemas.microsoft.com/office/drawing/2014/main" id="{659126D0-D6B3-4FE9-BE03-A3DD695CCB06}"/>
              </a:ext>
            </a:extLst>
          </p:cNvPr>
          <p:cNvSpPr>
            <a:spLocks noGrp="1"/>
          </p:cNvSpPr>
          <p:nvPr/>
        </p:nvSpPr>
        <p:spPr>
          <a:xfrm>
            <a:off x="7743825" y="6021900"/>
            <a:ext cx="3838575" cy="228600"/>
          </a:xfrm>
          <a:prstGeom prst="rect">
            <a:avLst/>
          </a:prstGeom>
          <a:noFill/>
          <a:ln w="0">
            <a:noFill/>
          </a:ln>
        </p:spPr>
        <p:txBody>
          <a:bodyPr wrap="none" lIns="0" tIns="0" rIns="0" bIns="0">
            <a:noAutofit/>
          </a:bodyPr>
          <a:lstStyle>
            <a:defPPr>
              <a:defRPr sz="1500">
                <a:solidFill>
                  <a:srgbClr val="5F5665"/>
                </a:solidFill>
                <a:latin typeface="Malgun Gothic"/>
                <a:ea typeface="Malgun Gothic"/>
                <a:cs typeface="Malgun Gothic"/>
              </a:defRPr>
            </a:defPPr>
            <a:lvl1pPr>
              <a:buNone/>
              <a:defRPr sz="1500">
                <a:solidFill>
                  <a:srgbClr val="5F5665"/>
                </a:solidFill>
                <a:latin typeface="Malgun Gothic"/>
                <a:ea typeface="Malgun Gothic"/>
                <a:cs typeface="Malgun Gothic"/>
              </a:defRPr>
            </a:lvl1pPr>
            <a:lvl2pPr>
              <a:buNone/>
              <a:defRPr sz="1500">
                <a:solidFill>
                  <a:srgbClr val="5F5665"/>
                </a:solidFill>
                <a:latin typeface="Malgun Gothic"/>
                <a:ea typeface="Malgun Gothic"/>
                <a:cs typeface="Malgun Gothic"/>
              </a:defRPr>
            </a:lvl2pPr>
            <a:lvl3pPr>
              <a:buNone/>
              <a:defRPr sz="1500">
                <a:solidFill>
                  <a:srgbClr val="5F5665"/>
                </a:solidFill>
                <a:latin typeface="Malgun Gothic"/>
                <a:ea typeface="Malgun Gothic"/>
                <a:cs typeface="Malgun Gothic"/>
              </a:defRPr>
            </a:lvl3pPr>
            <a:lvl4pPr>
              <a:buNone/>
              <a:defRPr sz="1500">
                <a:solidFill>
                  <a:srgbClr val="5F5665"/>
                </a:solidFill>
                <a:latin typeface="Malgun Gothic"/>
                <a:ea typeface="Malgun Gothic"/>
                <a:cs typeface="Malgun Gothic"/>
              </a:defRPr>
            </a:lvl4pPr>
            <a:lvl5pPr>
              <a:buNone/>
              <a:defRPr sz="1500">
                <a:solidFill>
                  <a:srgbClr val="5F5665"/>
                </a:solidFill>
                <a:latin typeface="Malgun Gothic"/>
                <a:ea typeface="Malgun Gothic"/>
                <a:cs typeface="Malgun Gothic"/>
              </a:defRPr>
            </a:lvl5pPr>
            <a:lvl6pPr>
              <a:buNone/>
              <a:defRPr sz="1500">
                <a:solidFill>
                  <a:srgbClr val="5F5665"/>
                </a:solidFill>
                <a:latin typeface="Malgun Gothic"/>
                <a:ea typeface="Malgun Gothic"/>
                <a:cs typeface="Malgun Gothic"/>
              </a:defRPr>
            </a:lvl6pPr>
            <a:lvl7pPr>
              <a:buNone/>
              <a:defRPr sz="1500">
                <a:solidFill>
                  <a:srgbClr val="5F5665"/>
                </a:solidFill>
                <a:latin typeface="Malgun Gothic"/>
                <a:ea typeface="Malgun Gothic"/>
                <a:cs typeface="Malgun Gothic"/>
              </a:defRPr>
            </a:lvl7pPr>
            <a:lvl8pPr>
              <a:buNone/>
              <a:defRPr sz="1500">
                <a:solidFill>
                  <a:srgbClr val="5F5665"/>
                </a:solidFill>
                <a:latin typeface="Malgun Gothic"/>
                <a:ea typeface="Malgun Gothic"/>
                <a:cs typeface="Malgun Gothic"/>
              </a:defRPr>
            </a:lvl8pPr>
            <a:lvl9pPr>
              <a:buNone/>
              <a:defRPr sz="1500">
                <a:solidFill>
                  <a:srgbClr val="5F5665"/>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강도·수행 시간에 따라 달라짐</a:t>
            </a:r>
          </a:p>
        </p:txBody>
      </p:sp>
    </p:spTree>
    <p:extLst>
      <p:ext uri="{BB962C8B-B14F-4D97-AF65-F5344CB8AC3E}">
        <p14:creationId xmlns:p14="http://schemas.microsoft.com/office/powerpoint/2010/main" val="1382925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2" name="key-rule-6">
            <a:extLst>
              <a:ext uri="{FF2B5EF4-FFF2-40B4-BE49-F238E27FC236}">
                <a16:creationId xmlns:a16="http://schemas.microsoft.com/office/drawing/2014/main" id="{CA240E46-96F5-4E8F-9F0F-8DBFF3405509}"/>
              </a:ext>
            </a:extLst>
          </p:cNvPr>
          <p:cNvSpPr>
            <a:spLocks noGrp="1"/>
          </p:cNvSpPr>
          <p:nvPr/>
        </p:nvSpPr>
        <p:spPr>
          <a:xfrm>
            <a:off x="609600" y="5796000"/>
            <a:ext cx="5257800" cy="400050"/>
          </a:xfrm>
          <a:prstGeom prst="rect">
            <a:avLst/>
          </a:prstGeom>
          <a:solidFill>
            <a:srgbClr val="EBD3DF"/>
          </a:solidFill>
          <a:ln w="0">
            <a:noFill/>
          </a:ln>
        </p:spPr>
      </p:sp>
      <p:sp>
        <p:nvSpPr>
          <p:cNvPr id="11" name="screenshot-frame-6">
            <a:extLst>
              <a:ext uri="{FF2B5EF4-FFF2-40B4-BE49-F238E27FC236}">
                <a16:creationId xmlns:a16="http://schemas.microsoft.com/office/drawing/2014/main" id="{DF554E40-78CF-4CCA-A040-EB2A85246138}"/>
              </a:ext>
            </a:extLst>
          </p:cNvPr>
          <p:cNvSpPr>
            <a:spLocks noGrp="1"/>
          </p:cNvSpPr>
          <p:nvPr/>
        </p:nvSpPr>
        <p:spPr>
          <a:xfrm>
            <a:off x="6764400" y="1695600"/>
            <a:ext cx="4816800" cy="4176000"/>
          </a:xfrm>
          <a:prstGeom prst="roundRect">
            <a:avLst>
              <a:gd name="adj" fmla="val 2737"/>
            </a:avLst>
          </a:prstGeom>
          <a:solidFill>
            <a:srgbClr val="FFFFFF"/>
          </a:solidFill>
          <a:ln w="10478">
            <a:solidFill>
              <a:srgbClr val="D9C5D0"/>
            </a:solidFill>
          </a:ln>
        </p:spPr>
        <p:style>
          <a:lnRef idx="0">
            <a:scrgbClr r="0" g="0" b="0"/>
          </a:lnRef>
          <a:fillRef idx="0">
            <a:scrgbClr r="0" g="0" b="0"/>
          </a:fillRef>
          <a:effectRef idx="11">
            <a:scrgbClr r="0" g="0" b="0"/>
          </a:effectRef>
          <a:fontRef idx="major"/>
        </p:style>
      </p:sp>
      <p:sp>
        <p:nvSpPr>
          <p:cNvPr id="10" name="copy-44">
            <a:extLst>
              <a:ext uri="{FF2B5EF4-FFF2-40B4-BE49-F238E27FC236}">
                <a16:creationId xmlns:a16="http://schemas.microsoft.com/office/drawing/2014/main" id="{78AD1D3C-3B0A-4A50-B221-197FAE34C9A9}"/>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06</a:t>
            </a:r>
          </a:p>
        </p:txBody>
      </p:sp>
      <p:sp>
        <p:nvSpPr>
          <p:cNvPr id="2" name="title-6">
            <a:extLst>
              <a:ext uri="{FF2B5EF4-FFF2-40B4-BE49-F238E27FC236}">
                <a16:creationId xmlns:a16="http://schemas.microsoft.com/office/drawing/2014/main" id="{90379FA8-DF01-4B76-A68D-4410E39EEC49}"/>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학습 기록과 정기 금전 내역</a:t>
            </a:r>
          </a:p>
        </p:txBody>
      </p:sp>
      <p:sp>
        <p:nvSpPr>
          <p:cNvPr id="3" name="copy-45">
            <a:extLst>
              <a:ext uri="{FF2B5EF4-FFF2-40B4-BE49-F238E27FC236}">
                <a16:creationId xmlns:a16="http://schemas.microsoft.com/office/drawing/2014/main" id="{E42128AD-A3D6-4E19-9C92-F7FDFBE44DDE}"/>
              </a:ext>
            </a:extLst>
          </p:cNvPr>
          <p:cNvSpPr>
            <a:spLocks noGrp="1"/>
          </p:cNvSpPr>
          <p:nvPr/>
        </p:nvSpPr>
        <p:spPr>
          <a:xfrm>
            <a:off x="609600" y="1695450"/>
            <a:ext cx="5257800" cy="447675"/>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325" b="1">
                <a:solidFill>
                  <a:srgbClr val="8E6077"/>
                </a:solidFill>
                <a:latin typeface="Malgun Gothic"/>
                <a:ea typeface="Malgun Gothic"/>
                <a:cs typeface="Malgun Gothic"/>
              </a:defRPr>
            </a:lvl1pPr>
            <a:lvl2pPr>
              <a:buNone/>
              <a:defRPr sz="2325" b="1">
                <a:solidFill>
                  <a:srgbClr val="8E6077"/>
                </a:solidFill>
                <a:latin typeface="Malgun Gothic"/>
                <a:ea typeface="Malgun Gothic"/>
                <a:cs typeface="Malgun Gothic"/>
              </a:defRPr>
            </a:lvl2pPr>
            <a:lvl3pPr>
              <a:buNone/>
              <a:defRPr sz="2325" b="1">
                <a:solidFill>
                  <a:srgbClr val="8E6077"/>
                </a:solidFill>
                <a:latin typeface="Malgun Gothic"/>
                <a:ea typeface="Malgun Gothic"/>
                <a:cs typeface="Malgun Gothic"/>
              </a:defRPr>
            </a:lvl3pPr>
            <a:lvl4pPr>
              <a:buNone/>
              <a:defRPr sz="2325" b="1">
                <a:solidFill>
                  <a:srgbClr val="8E6077"/>
                </a:solidFill>
                <a:latin typeface="Malgun Gothic"/>
                <a:ea typeface="Malgun Gothic"/>
                <a:cs typeface="Malgun Gothic"/>
              </a:defRPr>
            </a:lvl4pPr>
            <a:lvl5pPr>
              <a:buNone/>
              <a:defRPr sz="2325" b="1">
                <a:solidFill>
                  <a:srgbClr val="8E6077"/>
                </a:solidFill>
                <a:latin typeface="Malgun Gothic"/>
                <a:ea typeface="Malgun Gothic"/>
                <a:cs typeface="Malgun Gothic"/>
              </a:defRPr>
            </a:lvl5pPr>
            <a:lvl6pPr>
              <a:buNone/>
              <a:defRPr sz="2325" b="1">
                <a:solidFill>
                  <a:srgbClr val="8E6077"/>
                </a:solidFill>
                <a:latin typeface="Malgun Gothic"/>
                <a:ea typeface="Malgun Gothic"/>
                <a:cs typeface="Malgun Gothic"/>
              </a:defRPr>
            </a:lvl6pPr>
            <a:lvl7pPr>
              <a:buNone/>
              <a:defRPr sz="2325" b="1">
                <a:solidFill>
                  <a:srgbClr val="8E6077"/>
                </a:solidFill>
                <a:latin typeface="Malgun Gothic"/>
                <a:ea typeface="Malgun Gothic"/>
                <a:cs typeface="Malgun Gothic"/>
              </a:defRPr>
            </a:lvl7pPr>
            <a:lvl8pPr>
              <a:buNone/>
              <a:defRPr sz="2325" b="1">
                <a:solidFill>
                  <a:srgbClr val="8E6077"/>
                </a:solidFill>
                <a:latin typeface="Malgun Gothic"/>
                <a:ea typeface="Malgun Gothic"/>
                <a:cs typeface="Malgun Gothic"/>
              </a:defRPr>
            </a:lvl8pPr>
            <a:lvl9pPr>
              <a:buNone/>
              <a:defRPr sz="232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내용과 자료를 함께 보관</a:t>
            </a:r>
          </a:p>
        </p:txBody>
      </p:sp>
      <p:sp>
        <p:nvSpPr>
          <p:cNvPr id="4" name="copy-46">
            <a:extLst>
              <a:ext uri="{FF2B5EF4-FFF2-40B4-BE49-F238E27FC236}">
                <a16:creationId xmlns:a16="http://schemas.microsoft.com/office/drawing/2014/main" id="{68605DF0-FB4C-4C01-853B-14721B50DBD8}"/>
              </a:ext>
            </a:extLst>
          </p:cNvPr>
          <p:cNvSpPr>
            <a:spLocks noGrp="1"/>
          </p:cNvSpPr>
          <p:nvPr/>
        </p:nvSpPr>
        <p:spPr>
          <a:xfrm>
            <a:off x="609600" y="2333625"/>
            <a:ext cx="5257800" cy="1133475"/>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제목·내용·직접 요약과 선택형 소요 시간</a:t>
            </a:r>
          </a:p>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첨부 파일은 사본으로 보관하고 열기</a:t>
            </a:r>
          </a:p>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원본을 지워도 보관한 사본은 유지</a:t>
            </a:r>
          </a:p>
        </p:txBody>
      </p:sp>
      <p:sp>
        <p:nvSpPr>
          <p:cNvPr id="5" name="copy-47">
            <a:extLst>
              <a:ext uri="{FF2B5EF4-FFF2-40B4-BE49-F238E27FC236}">
                <a16:creationId xmlns:a16="http://schemas.microsoft.com/office/drawing/2014/main" id="{DB4BC9AA-6356-40DC-8F66-00306B2FDDC4}"/>
              </a:ext>
            </a:extLst>
          </p:cNvPr>
          <p:cNvSpPr>
            <a:spLocks noGrp="1"/>
          </p:cNvSpPr>
          <p:nvPr/>
        </p:nvSpPr>
        <p:spPr>
          <a:xfrm>
            <a:off x="609600" y="3539490"/>
            <a:ext cx="52578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00" b="1">
                <a:solidFill>
                  <a:srgbClr val="37313D"/>
                </a:solidFill>
                <a:latin typeface="Malgun Gothic"/>
                <a:ea typeface="Malgun Gothic"/>
                <a:cs typeface="Malgun Gothic"/>
              </a:defRPr>
            </a:lvl1pPr>
            <a:lvl2pPr>
              <a:buNone/>
              <a:defRPr sz="2100" b="1">
                <a:solidFill>
                  <a:srgbClr val="37313D"/>
                </a:solidFill>
                <a:latin typeface="Malgun Gothic"/>
                <a:ea typeface="Malgun Gothic"/>
                <a:cs typeface="Malgun Gothic"/>
              </a:defRPr>
            </a:lvl2pPr>
            <a:lvl3pPr>
              <a:buNone/>
              <a:defRPr sz="2100" b="1">
                <a:solidFill>
                  <a:srgbClr val="37313D"/>
                </a:solidFill>
                <a:latin typeface="Malgun Gothic"/>
                <a:ea typeface="Malgun Gothic"/>
                <a:cs typeface="Malgun Gothic"/>
              </a:defRPr>
            </a:lvl3pPr>
            <a:lvl4pPr>
              <a:buNone/>
              <a:defRPr sz="2100" b="1">
                <a:solidFill>
                  <a:srgbClr val="37313D"/>
                </a:solidFill>
                <a:latin typeface="Malgun Gothic"/>
                <a:ea typeface="Malgun Gothic"/>
                <a:cs typeface="Malgun Gothic"/>
              </a:defRPr>
            </a:lvl4pPr>
            <a:lvl5pPr>
              <a:buNone/>
              <a:defRPr sz="2100" b="1">
                <a:solidFill>
                  <a:srgbClr val="37313D"/>
                </a:solidFill>
                <a:latin typeface="Malgun Gothic"/>
                <a:ea typeface="Malgun Gothic"/>
                <a:cs typeface="Malgun Gothic"/>
              </a:defRPr>
            </a:lvl5pPr>
            <a:lvl6pPr>
              <a:buNone/>
              <a:defRPr sz="2100" b="1">
                <a:solidFill>
                  <a:srgbClr val="37313D"/>
                </a:solidFill>
                <a:latin typeface="Malgun Gothic"/>
                <a:ea typeface="Malgun Gothic"/>
                <a:cs typeface="Malgun Gothic"/>
              </a:defRPr>
            </a:lvl6pPr>
            <a:lvl7pPr>
              <a:buNone/>
              <a:defRPr sz="2100" b="1">
                <a:solidFill>
                  <a:srgbClr val="37313D"/>
                </a:solidFill>
                <a:latin typeface="Malgun Gothic"/>
                <a:ea typeface="Malgun Gothic"/>
                <a:cs typeface="Malgun Gothic"/>
              </a:defRPr>
            </a:lvl7pPr>
            <a:lvl8pPr>
              <a:buNone/>
              <a:defRPr sz="2100" b="1">
                <a:solidFill>
                  <a:srgbClr val="37313D"/>
                </a:solidFill>
                <a:latin typeface="Malgun Gothic"/>
                <a:ea typeface="Malgun Gothic"/>
                <a:cs typeface="Malgun Gothic"/>
              </a:defRPr>
            </a:lvl8pPr>
            <a:lvl9pPr>
              <a:buNone/>
              <a:defRPr sz="210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월 정기 내역 예시</a:t>
            </a:r>
          </a:p>
        </p:txBody>
      </p:sp>
      <p:graphicFrame>
        <p:nvGraphicFramePr>
          <p:cNvPr id="6" name="표 5">
            <a:extLst>
              <a:ext uri="{FF2B5EF4-FFF2-40B4-BE49-F238E27FC236}">
                <a16:creationId xmlns:a16="http://schemas.microsoft.com/office/drawing/2014/main" id="{299D9727-FADF-4033-940C-4A42090766C6}"/>
              </a:ext>
            </a:extLst>
          </p:cNvPr>
          <p:cNvGraphicFramePr/>
          <p:nvPr/>
        </p:nvGraphicFramePr>
        <p:xfrm>
          <a:off x="609600" y="4063365"/>
          <a:ext cx="5257800" cy="1524000"/>
        </p:xfrm>
        <a:graphic>
          <a:graphicData uri="http://schemas.openxmlformats.org/drawingml/2006/table">
            <a:tbl>
              <a:tblPr/>
              <a:tblGrid>
                <a:gridCol w="1943100">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tblGrid>
              <a:tr h="381000">
                <a:tc>
                  <a:txBody>
                    <a:bodyPr/>
                    <a:lstStyle/>
                    <a:p>
                      <a:pPr algn="l">
                        <a:buNone/>
                      </a:pPr>
                      <a:r>
                        <a:rPr sz="1800" b="1">
                          <a:solidFill>
                            <a:srgbClr val="37313D"/>
                          </a:solidFill>
                          <a:latin typeface="Malgun Gothic"/>
                          <a:ea typeface="Malgun Gothic"/>
                          <a:cs typeface="Malgun Gothic"/>
                        </a:rPr>
                        <a:t>항목</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pPr algn="r">
                        <a:buNone/>
                      </a:pPr>
                      <a:r>
                        <a:rPr sz="1800" b="1">
                          <a:solidFill>
                            <a:srgbClr val="37313D"/>
                          </a:solidFill>
                          <a:latin typeface="Malgun Gothic"/>
                          <a:ea typeface="Malgun Gothic"/>
                          <a:cs typeface="Malgun Gothic"/>
                        </a:rPr>
                        <a:t>월 금액</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pPr algn="ctr">
                        <a:buNone/>
                      </a:pPr>
                      <a:r>
                        <a:rPr sz="1800" b="1">
                          <a:solidFill>
                            <a:srgbClr val="37313D"/>
                          </a:solidFill>
                          <a:latin typeface="Malgun Gothic"/>
                          <a:ea typeface="Malgun Gothic"/>
                          <a:cs typeface="Malgun Gothic"/>
                        </a:rPr>
                        <a:t>구분</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extLst>
                  <a:ext uri="{0D108BD9-81ED-4DB2-BD59-A6C34878D82A}">
                    <a16:rowId xmlns:a16="http://schemas.microsoft.com/office/drawing/2014/main" val="10000"/>
                  </a:ext>
                </a:extLst>
              </a:tr>
              <a:tr h="381000">
                <a:tc>
                  <a:txBody>
                    <a:bodyPr/>
                    <a:lstStyle/>
                    <a:p>
                      <a:pPr algn="l">
                        <a:buNone/>
                      </a:pPr>
                      <a:r>
                        <a:rPr sz="1800" b="0">
                          <a:solidFill>
                            <a:srgbClr val="37313D"/>
                          </a:solidFill>
                          <a:latin typeface="Malgun Gothic"/>
                          <a:ea typeface="Malgun Gothic"/>
                          <a:cs typeface="Malgun Gothic"/>
                        </a:rPr>
                        <a:t>휴대폰 요금</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50,000원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ctr">
                        <a:buNone/>
                      </a:pPr>
                      <a:r>
                        <a:rPr sz="1800" b="0">
                          <a:solidFill>
                            <a:srgbClr val="37313D"/>
                          </a:solidFill>
                          <a:latin typeface="Malgun Gothic"/>
                          <a:ea typeface="Malgun Gothic"/>
                          <a:cs typeface="Malgun Gothic"/>
                        </a:rPr>
                        <a:t>소비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1"/>
                  </a:ext>
                </a:extLst>
              </a:tr>
              <a:tr h="381000">
                <a:tc>
                  <a:txBody>
                    <a:bodyPr/>
                    <a:lstStyle/>
                    <a:p>
                      <a:pPr algn="l">
                        <a:buNone/>
                      </a:pPr>
                      <a:r>
                        <a:rPr sz="1800" b="0">
                          <a:solidFill>
                            <a:srgbClr val="37313D"/>
                          </a:solidFill>
                          <a:latin typeface="Malgun Gothic"/>
                          <a:ea typeface="Malgun Gothic"/>
                          <a:cs typeface="Malgun Gothic"/>
                        </a:rPr>
                        <a:t>넷플릭스 구독</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15,000원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ctr">
                        <a:buNone/>
                      </a:pPr>
                      <a:r>
                        <a:rPr sz="1800" b="0">
                          <a:solidFill>
                            <a:srgbClr val="37313D"/>
                          </a:solidFill>
                          <a:latin typeface="Malgun Gothic"/>
                          <a:ea typeface="Malgun Gothic"/>
                          <a:cs typeface="Malgun Gothic"/>
                        </a:rPr>
                        <a:t>소비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37313D"/>
                          </a:solidFill>
                          <a:latin typeface="Malgun Gothic"/>
                          <a:ea typeface="Malgun Gothic"/>
                          <a:cs typeface="Malgun Gothic"/>
                        </a:rPr>
                        <a:t>청년 적금</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r">
                        <a:buNone/>
                      </a:pPr>
                      <a:r>
                        <a:rPr sz="1800" b="1">
                          <a:solidFill>
                            <a:srgbClr val="37313D"/>
                          </a:solidFill>
                          <a:latin typeface="Malgun Gothic"/>
                          <a:ea typeface="Malgun Gothic"/>
                          <a:cs typeface="Malgun Gothic"/>
                        </a:rPr>
                        <a:t>100,000원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pPr algn="ctr">
                        <a:buNone/>
                      </a:pPr>
                      <a:r>
                        <a:rPr sz="1800" b="0">
                          <a:solidFill>
                            <a:srgbClr val="8E6077"/>
                          </a:solidFill>
                          <a:latin typeface="Malgun Gothic"/>
                          <a:ea typeface="Malgun Gothic"/>
                          <a:cs typeface="Malgun Gothic"/>
                        </a:rPr>
                        <a:t>저축</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copy-48">
            <a:extLst>
              <a:ext uri="{FF2B5EF4-FFF2-40B4-BE49-F238E27FC236}">
                <a16:creationId xmlns:a16="http://schemas.microsoft.com/office/drawing/2014/main" id="{6DCB0B01-1CC1-4AA2-B6E7-99BA9265F978}"/>
              </a:ext>
            </a:extLst>
          </p:cNvPr>
          <p:cNvSpPr>
            <a:spLocks noGrp="1"/>
          </p:cNvSpPr>
          <p:nvPr/>
        </p:nvSpPr>
        <p:spPr>
          <a:xfrm>
            <a:off x="800100" y="5881725"/>
            <a:ext cx="4876800" cy="304800"/>
          </a:xfrm>
          <a:prstGeom prst="rect">
            <a:avLst/>
          </a:prstGeom>
          <a:noFill/>
          <a:ln w="0">
            <a:noFill/>
          </a:ln>
        </p:spPr>
        <p:txBody>
          <a:bodyPr wrap="none" lIns="0" tIns="0" rIns="0" bIns="0" anchor="t">
            <a:noAutofit/>
          </a:bodyPr>
          <a:lstStyle>
            <a:defPPr>
              <a:defRPr sz="1800" b="1">
                <a:solidFill>
                  <a:srgbClr val="37313D"/>
                </a:solidFill>
                <a:latin typeface="Malgun Gothic"/>
                <a:ea typeface="Malgun Gothic"/>
                <a:cs typeface="Malgun Gothic"/>
              </a:defRPr>
            </a:defPPr>
            <a:lvl1pPr>
              <a:buNone/>
              <a:defRPr sz="1650" b="1">
                <a:solidFill>
                  <a:srgbClr val="716877"/>
                </a:solidFill>
                <a:latin typeface="Malgun Gothic"/>
                <a:ea typeface="Malgun Gothic"/>
                <a:cs typeface="Malgun Gothic"/>
              </a:defRPr>
            </a:lvl1pPr>
            <a:lvl2pPr>
              <a:buNone/>
              <a:defRPr sz="1650" b="1">
                <a:solidFill>
                  <a:srgbClr val="716877"/>
                </a:solidFill>
                <a:latin typeface="Malgun Gothic"/>
                <a:ea typeface="Malgun Gothic"/>
                <a:cs typeface="Malgun Gothic"/>
              </a:defRPr>
            </a:lvl2pPr>
            <a:lvl3pPr>
              <a:buNone/>
              <a:defRPr sz="1650" b="1">
                <a:solidFill>
                  <a:srgbClr val="716877"/>
                </a:solidFill>
                <a:latin typeface="Malgun Gothic"/>
                <a:ea typeface="Malgun Gothic"/>
                <a:cs typeface="Malgun Gothic"/>
              </a:defRPr>
            </a:lvl3pPr>
            <a:lvl4pPr>
              <a:buNone/>
              <a:defRPr sz="1650" b="1">
                <a:solidFill>
                  <a:srgbClr val="716877"/>
                </a:solidFill>
                <a:latin typeface="Malgun Gothic"/>
                <a:ea typeface="Malgun Gothic"/>
                <a:cs typeface="Malgun Gothic"/>
              </a:defRPr>
            </a:lvl4pPr>
            <a:lvl5pPr>
              <a:buNone/>
              <a:defRPr sz="1650" b="1">
                <a:solidFill>
                  <a:srgbClr val="716877"/>
                </a:solidFill>
                <a:latin typeface="Malgun Gothic"/>
                <a:ea typeface="Malgun Gothic"/>
                <a:cs typeface="Malgun Gothic"/>
              </a:defRPr>
            </a:lvl5pPr>
            <a:lvl6pPr>
              <a:buNone/>
              <a:defRPr sz="1650" b="1">
                <a:solidFill>
                  <a:srgbClr val="716877"/>
                </a:solidFill>
                <a:latin typeface="Malgun Gothic"/>
                <a:ea typeface="Malgun Gothic"/>
                <a:cs typeface="Malgun Gothic"/>
              </a:defRPr>
            </a:lvl6pPr>
            <a:lvl7pPr>
              <a:buNone/>
              <a:defRPr sz="1650" b="1">
                <a:solidFill>
                  <a:srgbClr val="716877"/>
                </a:solidFill>
                <a:latin typeface="Malgun Gothic"/>
                <a:ea typeface="Malgun Gothic"/>
                <a:cs typeface="Malgun Gothic"/>
              </a:defRPr>
            </a:lvl7pPr>
            <a:lvl8pPr>
              <a:buNone/>
              <a:defRPr sz="1650" b="1">
                <a:solidFill>
                  <a:srgbClr val="716877"/>
                </a:solidFill>
                <a:latin typeface="Malgun Gothic"/>
                <a:ea typeface="Malgun Gothic"/>
                <a:cs typeface="Malgun Gothic"/>
              </a:defRPr>
            </a:lvl8pPr>
            <a:lvl9pPr>
              <a:buNone/>
              <a:defRPr sz="1650" b="1">
                <a:solidFill>
                  <a:srgbClr val="7168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지정일 자동 반영 · 적금·저축 구분</a:t>
            </a:r>
          </a:p>
        </p:txBody>
      </p:sp>
      <p:pic>
        <p:nvPicPr>
          <p:cNvPr id="8" name="그림 7" descr="PDS 학습 입력 화면의 직접 요약과 파일 첨부 영역을 확대한 화면. 시험 데이터입니다.">
            <a:extLst>
              <a:ext uri="{FF2B5EF4-FFF2-40B4-BE49-F238E27FC236}">
                <a16:creationId xmlns:a16="http://schemas.microsoft.com/office/drawing/2014/main" id="{5B356105-60E8-403C-BB0D-F704FABA1A4D}"/>
              </a:ext>
            </a:extLst>
          </p:cNvPr>
          <p:cNvPicPr>
            <a:picLocks noChangeAspect="1"/>
          </p:cNvPicPr>
          <p:nvPr/>
        </p:nvPicPr>
        <p:blipFill>
          <a:blip r:embed="rId3"/>
          <a:srcRect l="64286" t="45576" r="2765" b="21455"/>
          <a:stretch/>
        </p:blipFill>
        <p:spPr>
          <a:xfrm>
            <a:off x="6783450" y="1714650"/>
            <a:ext cx="4778700" cy="4137900"/>
          </a:xfrm>
          <a:prstGeom prst="roundRect">
            <a:avLst>
              <a:gd name="adj" fmla="val 2302"/>
            </a:avLst>
          </a:prstGeom>
        </p:spPr>
      </p:pic>
      <p:sp>
        <p:nvSpPr>
          <p:cNvPr id="9" name="copy-49">
            <a:extLst>
              <a:ext uri="{FF2B5EF4-FFF2-40B4-BE49-F238E27FC236}">
                <a16:creationId xmlns:a16="http://schemas.microsoft.com/office/drawing/2014/main" id="{1B40A0AD-42D6-4E28-9A67-9BEF6810745B}"/>
              </a:ext>
            </a:extLst>
          </p:cNvPr>
          <p:cNvSpPr>
            <a:spLocks noGrp="1"/>
          </p:cNvSpPr>
          <p:nvPr/>
        </p:nvSpPr>
        <p:spPr>
          <a:xfrm>
            <a:off x="6764400" y="5962650"/>
            <a:ext cx="4816800" cy="28575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실제 학습 입력 영역 · 확대</a:t>
            </a:r>
          </a:p>
        </p:txBody>
      </p:sp>
      <p:sp>
        <p:nvSpPr>
          <p:cNvPr id="13" name="brand-footer-6">
            <a:extLst>
              <a:ext uri="{FF2B5EF4-FFF2-40B4-BE49-F238E27FC236}">
                <a16:creationId xmlns:a16="http://schemas.microsoft.com/office/drawing/2014/main" id="{B5126207-EA22-4FAF-BD6A-A79DC3FDC80F}"/>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152678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5" name="key-rule-7">
            <a:extLst>
              <a:ext uri="{FF2B5EF4-FFF2-40B4-BE49-F238E27FC236}">
                <a16:creationId xmlns:a16="http://schemas.microsoft.com/office/drawing/2014/main" id="{0387C163-D0BD-4242-B1B2-4B668F3B9EBE}"/>
              </a:ext>
            </a:extLst>
          </p:cNvPr>
          <p:cNvSpPr>
            <a:spLocks noGrp="1"/>
          </p:cNvSpPr>
          <p:nvPr/>
        </p:nvSpPr>
        <p:spPr>
          <a:xfrm>
            <a:off x="3277553" y="5848350"/>
            <a:ext cx="8304848" cy="400050"/>
          </a:xfrm>
          <a:prstGeom prst="rect">
            <a:avLst/>
          </a:prstGeom>
          <a:solidFill>
            <a:srgbClr val="EBD3DF"/>
          </a:solidFill>
          <a:ln w="0">
            <a:noFill/>
          </a:ln>
        </p:spPr>
      </p:sp>
      <p:sp>
        <p:nvSpPr>
          <p:cNvPr id="14" name="screenshot-frame-7">
            <a:extLst>
              <a:ext uri="{FF2B5EF4-FFF2-40B4-BE49-F238E27FC236}">
                <a16:creationId xmlns:a16="http://schemas.microsoft.com/office/drawing/2014/main" id="{710F4DC6-10CE-42AA-B743-64518991E3F2}"/>
              </a:ext>
            </a:extLst>
          </p:cNvPr>
          <p:cNvSpPr>
            <a:spLocks noGrp="1"/>
          </p:cNvSpPr>
          <p:nvPr/>
        </p:nvSpPr>
        <p:spPr>
          <a:xfrm>
            <a:off x="3277553" y="1504950"/>
            <a:ext cx="8304848" cy="3883859"/>
          </a:xfrm>
          <a:prstGeom prst="roundRect">
            <a:avLst>
              <a:gd name="adj" fmla="val 2943"/>
            </a:avLst>
          </a:prstGeom>
          <a:solidFill>
            <a:srgbClr val="FFFFFF"/>
          </a:solidFill>
          <a:ln w="10478">
            <a:solidFill>
              <a:srgbClr val="D9C5D0"/>
            </a:solidFill>
          </a:ln>
        </p:spPr>
        <p:style>
          <a:lnRef idx="0">
            <a:scrgbClr r="0" g="0" b="0"/>
          </a:lnRef>
          <a:fillRef idx="0">
            <a:scrgbClr r="0" g="0" b="0"/>
          </a:fillRef>
          <a:effectRef idx="11">
            <a:scrgbClr r="0" g="0" b="0"/>
          </a:effectRef>
          <a:fontRef idx="major"/>
        </p:style>
      </p:sp>
      <p:sp>
        <p:nvSpPr>
          <p:cNvPr id="13" name="copy-50">
            <a:extLst>
              <a:ext uri="{FF2B5EF4-FFF2-40B4-BE49-F238E27FC236}">
                <a16:creationId xmlns:a16="http://schemas.microsoft.com/office/drawing/2014/main" id="{DE8D634A-86F2-46A9-9AA0-1CC521016DDD}"/>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07</a:t>
            </a:r>
          </a:p>
        </p:txBody>
      </p:sp>
      <p:sp>
        <p:nvSpPr>
          <p:cNvPr id="2" name="title-7">
            <a:extLst>
              <a:ext uri="{FF2B5EF4-FFF2-40B4-BE49-F238E27FC236}">
                <a16:creationId xmlns:a16="http://schemas.microsoft.com/office/drawing/2014/main" id="{5E21241E-AC7E-49DB-AFA2-702DE199D52A}"/>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통계로 확인하는 누적 기록</a:t>
            </a:r>
          </a:p>
        </p:txBody>
      </p:sp>
      <p:sp>
        <p:nvSpPr>
          <p:cNvPr id="3" name="copy-51">
            <a:extLst>
              <a:ext uri="{FF2B5EF4-FFF2-40B4-BE49-F238E27FC236}">
                <a16:creationId xmlns:a16="http://schemas.microsoft.com/office/drawing/2014/main" id="{49D99293-CD7F-435D-9896-0F9006FE64F9}"/>
              </a:ext>
            </a:extLst>
          </p:cNvPr>
          <p:cNvSpPr>
            <a:spLocks noGrp="1"/>
          </p:cNvSpPr>
          <p:nvPr/>
        </p:nvSpPr>
        <p:spPr>
          <a:xfrm>
            <a:off x="609600" y="1695450"/>
            <a:ext cx="2667000" cy="571500"/>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175" b="1">
                <a:solidFill>
                  <a:srgbClr val="8E6077"/>
                </a:solidFill>
                <a:latin typeface="Malgun Gothic"/>
                <a:ea typeface="Malgun Gothic"/>
                <a:cs typeface="Malgun Gothic"/>
              </a:defRPr>
            </a:lvl1pPr>
            <a:lvl2pPr>
              <a:buNone/>
              <a:defRPr sz="2175" b="1">
                <a:solidFill>
                  <a:srgbClr val="8E6077"/>
                </a:solidFill>
                <a:latin typeface="Malgun Gothic"/>
                <a:ea typeface="Malgun Gothic"/>
                <a:cs typeface="Malgun Gothic"/>
              </a:defRPr>
            </a:lvl2pPr>
            <a:lvl3pPr>
              <a:buNone/>
              <a:defRPr sz="2175" b="1">
                <a:solidFill>
                  <a:srgbClr val="8E6077"/>
                </a:solidFill>
                <a:latin typeface="Malgun Gothic"/>
                <a:ea typeface="Malgun Gothic"/>
                <a:cs typeface="Malgun Gothic"/>
              </a:defRPr>
            </a:lvl3pPr>
            <a:lvl4pPr>
              <a:buNone/>
              <a:defRPr sz="2175" b="1">
                <a:solidFill>
                  <a:srgbClr val="8E6077"/>
                </a:solidFill>
                <a:latin typeface="Malgun Gothic"/>
                <a:ea typeface="Malgun Gothic"/>
                <a:cs typeface="Malgun Gothic"/>
              </a:defRPr>
            </a:lvl4pPr>
            <a:lvl5pPr>
              <a:buNone/>
              <a:defRPr sz="2175" b="1">
                <a:solidFill>
                  <a:srgbClr val="8E6077"/>
                </a:solidFill>
                <a:latin typeface="Malgun Gothic"/>
                <a:ea typeface="Malgun Gothic"/>
                <a:cs typeface="Malgun Gothic"/>
              </a:defRPr>
            </a:lvl5pPr>
            <a:lvl6pPr>
              <a:buNone/>
              <a:defRPr sz="2175" b="1">
                <a:solidFill>
                  <a:srgbClr val="8E6077"/>
                </a:solidFill>
                <a:latin typeface="Malgun Gothic"/>
                <a:ea typeface="Malgun Gothic"/>
                <a:cs typeface="Malgun Gothic"/>
              </a:defRPr>
            </a:lvl6pPr>
            <a:lvl7pPr>
              <a:buNone/>
              <a:defRPr sz="2175" b="1">
                <a:solidFill>
                  <a:srgbClr val="8E6077"/>
                </a:solidFill>
                <a:latin typeface="Malgun Gothic"/>
                <a:ea typeface="Malgun Gothic"/>
                <a:cs typeface="Malgun Gothic"/>
              </a:defRPr>
            </a:lvl7pPr>
            <a:lvl8pPr>
              <a:buNone/>
              <a:defRPr sz="2175" b="1">
                <a:solidFill>
                  <a:srgbClr val="8E6077"/>
                </a:solidFill>
                <a:latin typeface="Malgun Gothic"/>
                <a:ea typeface="Malgun Gothic"/>
                <a:cs typeface="Malgun Gothic"/>
              </a:defRPr>
            </a:lvl8pPr>
            <a:lvl9pPr>
              <a:buNone/>
              <a:defRPr sz="217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통계와 기록 관리</a:t>
            </a:r>
          </a:p>
        </p:txBody>
      </p:sp>
      <p:sp>
        <p:nvSpPr>
          <p:cNvPr id="4" name="copy-52">
            <a:extLst>
              <a:ext uri="{FF2B5EF4-FFF2-40B4-BE49-F238E27FC236}">
                <a16:creationId xmlns:a16="http://schemas.microsoft.com/office/drawing/2014/main" id="{3A53C9F4-FE58-4960-87ED-E0F400A732C1}"/>
              </a:ext>
            </a:extLst>
          </p:cNvPr>
          <p:cNvSpPr>
            <a:spLocks noGrp="1"/>
          </p:cNvSpPr>
          <p:nvPr/>
        </p:nvSpPr>
        <p:spPr>
          <a:xfrm>
            <a:off x="609600" y="2676525"/>
            <a:ext cx="2667000" cy="295275"/>
          </a:xfrm>
          <a:prstGeom prst="rect">
            <a:avLst/>
          </a:prstGeom>
          <a:noFill/>
          <a:ln w="0">
            <a:noFill/>
          </a:ln>
        </p:spPr>
        <p:txBody>
          <a:bodyPr wrap="square" lIns="0" tIns="0" rIns="0" bIns="0" anchor="t">
            <a:noAutofit/>
          </a:bodyPr>
          <a:lstStyle>
            <a:defPPr>
              <a:defRPr sz="1800" b="1">
                <a:solidFill>
                  <a:srgbClr val="8E6077"/>
                </a:solidFill>
                <a:latin typeface="Malgun Gothic"/>
                <a:ea typeface="Malgun Gothic"/>
                <a:cs typeface="Malgun Gothic"/>
              </a:defRPr>
            </a:defPPr>
            <a:lvl1pPr>
              <a:buNone/>
              <a:defRPr sz="1650" b="1">
                <a:solidFill>
                  <a:srgbClr val="8E6077"/>
                </a:solidFill>
                <a:latin typeface="Malgun Gothic"/>
                <a:ea typeface="Malgun Gothic"/>
                <a:cs typeface="Malgun Gothic"/>
              </a:defRPr>
            </a:lvl1pPr>
            <a:lvl2pPr>
              <a:buNone/>
              <a:defRPr sz="1650" b="1">
                <a:solidFill>
                  <a:srgbClr val="8E6077"/>
                </a:solidFill>
                <a:latin typeface="Malgun Gothic"/>
                <a:ea typeface="Malgun Gothic"/>
                <a:cs typeface="Malgun Gothic"/>
              </a:defRPr>
            </a:lvl2pPr>
            <a:lvl3pPr>
              <a:buNone/>
              <a:defRPr sz="1650" b="1">
                <a:solidFill>
                  <a:srgbClr val="8E6077"/>
                </a:solidFill>
                <a:latin typeface="Malgun Gothic"/>
                <a:ea typeface="Malgun Gothic"/>
                <a:cs typeface="Malgun Gothic"/>
              </a:defRPr>
            </a:lvl3pPr>
            <a:lvl4pPr>
              <a:buNone/>
              <a:defRPr sz="1650" b="1">
                <a:solidFill>
                  <a:srgbClr val="8E6077"/>
                </a:solidFill>
                <a:latin typeface="Malgun Gothic"/>
                <a:ea typeface="Malgun Gothic"/>
                <a:cs typeface="Malgun Gothic"/>
              </a:defRPr>
            </a:lvl4pPr>
            <a:lvl5pPr>
              <a:buNone/>
              <a:defRPr sz="1650" b="1">
                <a:solidFill>
                  <a:srgbClr val="8E6077"/>
                </a:solidFill>
                <a:latin typeface="Malgun Gothic"/>
                <a:ea typeface="Malgun Gothic"/>
                <a:cs typeface="Malgun Gothic"/>
              </a:defRPr>
            </a:lvl5pPr>
            <a:lvl6pPr>
              <a:buNone/>
              <a:defRPr sz="1650" b="1">
                <a:solidFill>
                  <a:srgbClr val="8E6077"/>
                </a:solidFill>
                <a:latin typeface="Malgun Gothic"/>
                <a:ea typeface="Malgun Gothic"/>
                <a:cs typeface="Malgun Gothic"/>
              </a:defRPr>
            </a:lvl6pPr>
            <a:lvl7pPr>
              <a:buNone/>
              <a:defRPr sz="1650" b="1">
                <a:solidFill>
                  <a:srgbClr val="8E6077"/>
                </a:solidFill>
                <a:latin typeface="Malgun Gothic"/>
                <a:ea typeface="Malgun Gothic"/>
                <a:cs typeface="Malgun Gothic"/>
              </a:defRPr>
            </a:lvl7pPr>
            <a:lvl8pPr>
              <a:buNone/>
              <a:defRPr sz="1650" b="1">
                <a:solidFill>
                  <a:srgbClr val="8E6077"/>
                </a:solidFill>
                <a:latin typeface="Malgun Gothic"/>
                <a:ea typeface="Malgun Gothic"/>
                <a:cs typeface="Malgun Gothic"/>
              </a:defRPr>
            </a:lvl8pPr>
            <a:lvl9pPr>
              <a:buNone/>
              <a:defRPr sz="1650" b="1">
                <a:solidFill>
                  <a:srgbClr val="8E6077"/>
                </a:solidFill>
                <a:latin typeface="Malgun Gothic"/>
                <a:ea typeface="Malgun Gothic"/>
                <a:cs typeface="Malgun Gothic"/>
              </a:defRPr>
            </a:lvl9pPr>
          </a:lstStyle>
          <a:p>
            <a:pPr>
              <a:buNone/>
              <a:defRPr sz="1800" b="1">
                <a:solidFill>
                  <a:srgbClr val="8E6077"/>
                </a:solidFill>
                <a:latin typeface="Malgun Gothic"/>
                <a:ea typeface="Malgun Gothic"/>
                <a:cs typeface="Malgun Gothic"/>
              </a:defRPr>
            </a:pPr>
            <a:r>
              <a:rPr sz="1800" b="1">
                <a:solidFill>
                  <a:srgbClr val="8E6077"/>
                </a:solidFill>
                <a:latin typeface="Malgun Gothic"/>
                <a:ea typeface="Malgun Gothic"/>
                <a:cs typeface="Malgun Gothic"/>
              </a:rPr>
              <a:t>통계 기간</a:t>
            </a:r>
          </a:p>
        </p:txBody>
      </p:sp>
      <p:sp>
        <p:nvSpPr>
          <p:cNvPr id="5" name="copy-53">
            <a:extLst>
              <a:ext uri="{FF2B5EF4-FFF2-40B4-BE49-F238E27FC236}">
                <a16:creationId xmlns:a16="http://schemas.microsoft.com/office/drawing/2014/main" id="{6BE2F6D4-E436-42DB-AB8D-57700591C05D}"/>
              </a:ext>
            </a:extLst>
          </p:cNvPr>
          <p:cNvSpPr>
            <a:spLocks noGrp="1"/>
          </p:cNvSpPr>
          <p:nvPr/>
        </p:nvSpPr>
        <p:spPr>
          <a:xfrm>
            <a:off x="609600" y="3067050"/>
            <a:ext cx="2667000" cy="733425"/>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2025" b="1">
                <a:solidFill>
                  <a:srgbClr val="37313D"/>
                </a:solidFill>
                <a:latin typeface="Malgun Gothic"/>
                <a:ea typeface="Malgun Gothic"/>
                <a:cs typeface="Malgun Gothic"/>
              </a:defRPr>
            </a:lvl1pPr>
            <a:lvl2pPr>
              <a:buNone/>
              <a:defRPr sz="2025" b="1">
                <a:solidFill>
                  <a:srgbClr val="37313D"/>
                </a:solidFill>
                <a:latin typeface="Malgun Gothic"/>
                <a:ea typeface="Malgun Gothic"/>
                <a:cs typeface="Malgun Gothic"/>
              </a:defRPr>
            </a:lvl2pPr>
            <a:lvl3pPr>
              <a:buNone/>
              <a:defRPr sz="2025" b="1">
                <a:solidFill>
                  <a:srgbClr val="37313D"/>
                </a:solidFill>
                <a:latin typeface="Malgun Gothic"/>
                <a:ea typeface="Malgun Gothic"/>
                <a:cs typeface="Malgun Gothic"/>
              </a:defRPr>
            </a:lvl3pPr>
            <a:lvl4pPr>
              <a:buNone/>
              <a:defRPr sz="2025" b="1">
                <a:solidFill>
                  <a:srgbClr val="37313D"/>
                </a:solidFill>
                <a:latin typeface="Malgun Gothic"/>
                <a:ea typeface="Malgun Gothic"/>
                <a:cs typeface="Malgun Gothic"/>
              </a:defRPr>
            </a:lvl4pPr>
            <a:lvl5pPr>
              <a:buNone/>
              <a:defRPr sz="2025" b="1">
                <a:solidFill>
                  <a:srgbClr val="37313D"/>
                </a:solidFill>
                <a:latin typeface="Malgun Gothic"/>
                <a:ea typeface="Malgun Gothic"/>
                <a:cs typeface="Malgun Gothic"/>
              </a:defRPr>
            </a:lvl5pPr>
            <a:lvl6pPr>
              <a:buNone/>
              <a:defRPr sz="2025" b="1">
                <a:solidFill>
                  <a:srgbClr val="37313D"/>
                </a:solidFill>
                <a:latin typeface="Malgun Gothic"/>
                <a:ea typeface="Malgun Gothic"/>
                <a:cs typeface="Malgun Gothic"/>
              </a:defRPr>
            </a:lvl6pPr>
            <a:lvl7pPr>
              <a:buNone/>
              <a:defRPr sz="2025" b="1">
                <a:solidFill>
                  <a:srgbClr val="37313D"/>
                </a:solidFill>
                <a:latin typeface="Malgun Gothic"/>
                <a:ea typeface="Malgun Gothic"/>
                <a:cs typeface="Malgun Gothic"/>
              </a:defRPr>
            </a:lvl7pPr>
            <a:lvl8pPr>
              <a:buNone/>
              <a:defRPr sz="2025" b="1">
                <a:solidFill>
                  <a:srgbClr val="37313D"/>
                </a:solidFill>
                <a:latin typeface="Malgun Gothic"/>
                <a:ea typeface="Malgun Gothic"/>
                <a:cs typeface="Malgun Gothic"/>
              </a:defRPr>
            </a:lvl8pPr>
            <a:lvl9pPr>
              <a:buNone/>
              <a:defRPr sz="2025"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주간·월간·요일별</a:t>
            </a:r>
          </a:p>
        </p:txBody>
      </p:sp>
      <p:sp>
        <p:nvSpPr>
          <p:cNvPr id="6" name="copy-54">
            <a:extLst>
              <a:ext uri="{FF2B5EF4-FFF2-40B4-BE49-F238E27FC236}">
                <a16:creationId xmlns:a16="http://schemas.microsoft.com/office/drawing/2014/main" id="{00B035F3-4EC3-4AE7-93A1-E0C9BA86740D}"/>
              </a:ext>
            </a:extLst>
          </p:cNvPr>
          <p:cNvSpPr>
            <a:spLocks noGrp="1"/>
          </p:cNvSpPr>
          <p:nvPr/>
        </p:nvSpPr>
        <p:spPr>
          <a:xfrm>
            <a:off x="609600" y="3800475"/>
            <a:ext cx="2667000" cy="295275"/>
          </a:xfrm>
          <a:prstGeom prst="rect">
            <a:avLst/>
          </a:prstGeom>
          <a:noFill/>
          <a:ln w="0">
            <a:noFill/>
          </a:ln>
        </p:spPr>
        <p:txBody>
          <a:bodyPr wrap="square" lIns="0" tIns="0" rIns="0" bIns="0" anchor="t">
            <a:noAutofit/>
          </a:bodyPr>
          <a:lstStyle>
            <a:defPPr>
              <a:defRPr sz="1800" b="1">
                <a:solidFill>
                  <a:srgbClr val="8E6077"/>
                </a:solidFill>
                <a:latin typeface="Malgun Gothic"/>
                <a:ea typeface="Malgun Gothic"/>
                <a:cs typeface="Malgun Gothic"/>
              </a:defRPr>
            </a:defPPr>
            <a:lvl1pPr>
              <a:buNone/>
              <a:defRPr sz="1650" b="1">
                <a:solidFill>
                  <a:srgbClr val="8E6077"/>
                </a:solidFill>
                <a:latin typeface="Malgun Gothic"/>
                <a:ea typeface="Malgun Gothic"/>
                <a:cs typeface="Malgun Gothic"/>
              </a:defRPr>
            </a:lvl1pPr>
            <a:lvl2pPr>
              <a:buNone/>
              <a:defRPr sz="1650" b="1">
                <a:solidFill>
                  <a:srgbClr val="8E6077"/>
                </a:solidFill>
                <a:latin typeface="Malgun Gothic"/>
                <a:ea typeface="Malgun Gothic"/>
                <a:cs typeface="Malgun Gothic"/>
              </a:defRPr>
            </a:lvl2pPr>
            <a:lvl3pPr>
              <a:buNone/>
              <a:defRPr sz="1650" b="1">
                <a:solidFill>
                  <a:srgbClr val="8E6077"/>
                </a:solidFill>
                <a:latin typeface="Malgun Gothic"/>
                <a:ea typeface="Malgun Gothic"/>
                <a:cs typeface="Malgun Gothic"/>
              </a:defRPr>
            </a:lvl3pPr>
            <a:lvl4pPr>
              <a:buNone/>
              <a:defRPr sz="1650" b="1">
                <a:solidFill>
                  <a:srgbClr val="8E6077"/>
                </a:solidFill>
                <a:latin typeface="Malgun Gothic"/>
                <a:ea typeface="Malgun Gothic"/>
                <a:cs typeface="Malgun Gothic"/>
              </a:defRPr>
            </a:lvl4pPr>
            <a:lvl5pPr>
              <a:buNone/>
              <a:defRPr sz="1650" b="1">
                <a:solidFill>
                  <a:srgbClr val="8E6077"/>
                </a:solidFill>
                <a:latin typeface="Malgun Gothic"/>
                <a:ea typeface="Malgun Gothic"/>
                <a:cs typeface="Malgun Gothic"/>
              </a:defRPr>
            </a:lvl5pPr>
            <a:lvl6pPr>
              <a:buNone/>
              <a:defRPr sz="1650" b="1">
                <a:solidFill>
                  <a:srgbClr val="8E6077"/>
                </a:solidFill>
                <a:latin typeface="Malgun Gothic"/>
                <a:ea typeface="Malgun Gothic"/>
                <a:cs typeface="Malgun Gothic"/>
              </a:defRPr>
            </a:lvl6pPr>
            <a:lvl7pPr>
              <a:buNone/>
              <a:defRPr sz="1650" b="1">
                <a:solidFill>
                  <a:srgbClr val="8E6077"/>
                </a:solidFill>
                <a:latin typeface="Malgun Gothic"/>
                <a:ea typeface="Malgun Gothic"/>
                <a:cs typeface="Malgun Gothic"/>
              </a:defRPr>
            </a:lvl7pPr>
            <a:lvl8pPr>
              <a:buNone/>
              <a:defRPr sz="1650" b="1">
                <a:solidFill>
                  <a:srgbClr val="8E6077"/>
                </a:solidFill>
                <a:latin typeface="Malgun Gothic"/>
                <a:ea typeface="Malgun Gothic"/>
                <a:cs typeface="Malgun Gothic"/>
              </a:defRPr>
            </a:lvl8pPr>
            <a:lvl9pPr>
              <a:buNone/>
              <a:defRPr sz="1650" b="1">
                <a:solidFill>
                  <a:srgbClr val="8E6077"/>
                </a:solidFill>
                <a:latin typeface="Malgun Gothic"/>
                <a:ea typeface="Malgun Gothic"/>
                <a:cs typeface="Malgun Gothic"/>
              </a:defRPr>
            </a:lvl9pPr>
          </a:lstStyle>
          <a:p>
            <a:pPr>
              <a:buNone/>
              <a:defRPr sz="1800" b="1">
                <a:solidFill>
                  <a:srgbClr val="8E6077"/>
                </a:solidFill>
                <a:latin typeface="Malgun Gothic"/>
                <a:ea typeface="Malgun Gothic"/>
                <a:cs typeface="Malgun Gothic"/>
              </a:defRPr>
            </a:pPr>
            <a:r>
              <a:rPr sz="1800" b="1">
                <a:solidFill>
                  <a:srgbClr val="8E6077"/>
                </a:solidFill>
                <a:latin typeface="Malgun Gothic"/>
                <a:ea typeface="Malgun Gothic"/>
                <a:cs typeface="Malgun Gothic"/>
              </a:rPr>
              <a:t>비교 지표</a:t>
            </a:r>
          </a:p>
        </p:txBody>
      </p:sp>
      <p:sp>
        <p:nvSpPr>
          <p:cNvPr id="7" name="copy-55">
            <a:extLst>
              <a:ext uri="{FF2B5EF4-FFF2-40B4-BE49-F238E27FC236}">
                <a16:creationId xmlns:a16="http://schemas.microsoft.com/office/drawing/2014/main" id="{4B8F6CC7-FC08-4CCB-9AC9-213A5DDFAAE6}"/>
              </a:ext>
            </a:extLst>
          </p:cNvPr>
          <p:cNvSpPr>
            <a:spLocks noGrp="1"/>
          </p:cNvSpPr>
          <p:nvPr/>
        </p:nvSpPr>
        <p:spPr>
          <a:xfrm>
            <a:off x="609600" y="4191000"/>
            <a:ext cx="2667000" cy="733425"/>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2025" b="1">
                <a:solidFill>
                  <a:srgbClr val="37313D"/>
                </a:solidFill>
                <a:latin typeface="Malgun Gothic"/>
                <a:ea typeface="Malgun Gothic"/>
                <a:cs typeface="Malgun Gothic"/>
              </a:defRPr>
            </a:lvl1pPr>
            <a:lvl2pPr>
              <a:buNone/>
              <a:defRPr sz="2025" b="1">
                <a:solidFill>
                  <a:srgbClr val="37313D"/>
                </a:solidFill>
                <a:latin typeface="Malgun Gothic"/>
                <a:ea typeface="Malgun Gothic"/>
                <a:cs typeface="Malgun Gothic"/>
              </a:defRPr>
            </a:lvl2pPr>
            <a:lvl3pPr>
              <a:buNone/>
              <a:defRPr sz="2025" b="1">
                <a:solidFill>
                  <a:srgbClr val="37313D"/>
                </a:solidFill>
                <a:latin typeface="Malgun Gothic"/>
                <a:ea typeface="Malgun Gothic"/>
                <a:cs typeface="Malgun Gothic"/>
              </a:defRPr>
            </a:lvl3pPr>
            <a:lvl4pPr>
              <a:buNone/>
              <a:defRPr sz="2025" b="1">
                <a:solidFill>
                  <a:srgbClr val="37313D"/>
                </a:solidFill>
                <a:latin typeface="Malgun Gothic"/>
                <a:ea typeface="Malgun Gothic"/>
                <a:cs typeface="Malgun Gothic"/>
              </a:defRPr>
            </a:lvl4pPr>
            <a:lvl5pPr>
              <a:buNone/>
              <a:defRPr sz="2025" b="1">
                <a:solidFill>
                  <a:srgbClr val="37313D"/>
                </a:solidFill>
                <a:latin typeface="Malgun Gothic"/>
                <a:ea typeface="Malgun Gothic"/>
                <a:cs typeface="Malgun Gothic"/>
              </a:defRPr>
            </a:lvl5pPr>
            <a:lvl6pPr>
              <a:buNone/>
              <a:defRPr sz="2025" b="1">
                <a:solidFill>
                  <a:srgbClr val="37313D"/>
                </a:solidFill>
                <a:latin typeface="Malgun Gothic"/>
                <a:ea typeface="Malgun Gothic"/>
                <a:cs typeface="Malgun Gothic"/>
              </a:defRPr>
            </a:lvl6pPr>
            <a:lvl7pPr>
              <a:buNone/>
              <a:defRPr sz="2025" b="1">
                <a:solidFill>
                  <a:srgbClr val="37313D"/>
                </a:solidFill>
                <a:latin typeface="Malgun Gothic"/>
                <a:ea typeface="Malgun Gothic"/>
                <a:cs typeface="Malgun Gothic"/>
              </a:defRPr>
            </a:lvl7pPr>
            <a:lvl8pPr>
              <a:buNone/>
              <a:defRPr sz="2025" b="1">
                <a:solidFill>
                  <a:srgbClr val="37313D"/>
                </a:solidFill>
                <a:latin typeface="Malgun Gothic"/>
                <a:ea typeface="Malgun Gothic"/>
                <a:cs typeface="Malgun Gothic"/>
              </a:defRPr>
            </a:lvl8pPr>
            <a:lvl9pPr>
              <a:buNone/>
              <a:defRPr sz="2025"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계획 완료율</a:t>
            </a:r>
          </a:p>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운동·학습 시간</a:t>
            </a:r>
          </a:p>
        </p:txBody>
      </p:sp>
      <p:sp>
        <p:nvSpPr>
          <p:cNvPr id="8" name="copy-56">
            <a:extLst>
              <a:ext uri="{FF2B5EF4-FFF2-40B4-BE49-F238E27FC236}">
                <a16:creationId xmlns:a16="http://schemas.microsoft.com/office/drawing/2014/main" id="{168FA973-0AE7-445A-98DF-0FF1FE314F9C}"/>
              </a:ext>
            </a:extLst>
          </p:cNvPr>
          <p:cNvSpPr>
            <a:spLocks noGrp="1"/>
          </p:cNvSpPr>
          <p:nvPr/>
        </p:nvSpPr>
        <p:spPr>
          <a:xfrm>
            <a:off x="609600" y="5181600"/>
            <a:ext cx="2667000" cy="295275"/>
          </a:xfrm>
          <a:prstGeom prst="rect">
            <a:avLst/>
          </a:prstGeom>
          <a:noFill/>
          <a:ln w="0">
            <a:noFill/>
          </a:ln>
        </p:spPr>
        <p:txBody>
          <a:bodyPr wrap="square" lIns="0" tIns="0" rIns="0" bIns="0" anchor="t">
            <a:noAutofit/>
          </a:bodyPr>
          <a:lstStyle>
            <a:defPPr>
              <a:defRPr sz="1800" b="1">
                <a:solidFill>
                  <a:srgbClr val="8E6077"/>
                </a:solidFill>
                <a:latin typeface="Malgun Gothic"/>
                <a:ea typeface="Malgun Gothic"/>
                <a:cs typeface="Malgun Gothic"/>
              </a:defRPr>
            </a:defPPr>
            <a:lvl1pPr>
              <a:buNone/>
              <a:defRPr sz="1650" b="1">
                <a:solidFill>
                  <a:srgbClr val="8E6077"/>
                </a:solidFill>
                <a:latin typeface="Malgun Gothic"/>
                <a:ea typeface="Malgun Gothic"/>
                <a:cs typeface="Malgun Gothic"/>
              </a:defRPr>
            </a:lvl1pPr>
            <a:lvl2pPr>
              <a:buNone/>
              <a:defRPr sz="1650" b="1">
                <a:solidFill>
                  <a:srgbClr val="8E6077"/>
                </a:solidFill>
                <a:latin typeface="Malgun Gothic"/>
                <a:ea typeface="Malgun Gothic"/>
                <a:cs typeface="Malgun Gothic"/>
              </a:defRPr>
            </a:lvl2pPr>
            <a:lvl3pPr>
              <a:buNone/>
              <a:defRPr sz="1650" b="1">
                <a:solidFill>
                  <a:srgbClr val="8E6077"/>
                </a:solidFill>
                <a:latin typeface="Malgun Gothic"/>
                <a:ea typeface="Malgun Gothic"/>
                <a:cs typeface="Malgun Gothic"/>
              </a:defRPr>
            </a:lvl3pPr>
            <a:lvl4pPr>
              <a:buNone/>
              <a:defRPr sz="1650" b="1">
                <a:solidFill>
                  <a:srgbClr val="8E6077"/>
                </a:solidFill>
                <a:latin typeface="Malgun Gothic"/>
                <a:ea typeface="Malgun Gothic"/>
                <a:cs typeface="Malgun Gothic"/>
              </a:defRPr>
            </a:lvl4pPr>
            <a:lvl5pPr>
              <a:buNone/>
              <a:defRPr sz="1650" b="1">
                <a:solidFill>
                  <a:srgbClr val="8E6077"/>
                </a:solidFill>
                <a:latin typeface="Malgun Gothic"/>
                <a:ea typeface="Malgun Gothic"/>
                <a:cs typeface="Malgun Gothic"/>
              </a:defRPr>
            </a:lvl5pPr>
            <a:lvl6pPr>
              <a:buNone/>
              <a:defRPr sz="1650" b="1">
                <a:solidFill>
                  <a:srgbClr val="8E6077"/>
                </a:solidFill>
                <a:latin typeface="Malgun Gothic"/>
                <a:ea typeface="Malgun Gothic"/>
                <a:cs typeface="Malgun Gothic"/>
              </a:defRPr>
            </a:lvl6pPr>
            <a:lvl7pPr>
              <a:buNone/>
              <a:defRPr sz="1650" b="1">
                <a:solidFill>
                  <a:srgbClr val="8E6077"/>
                </a:solidFill>
                <a:latin typeface="Malgun Gothic"/>
                <a:ea typeface="Malgun Gothic"/>
                <a:cs typeface="Malgun Gothic"/>
              </a:defRPr>
            </a:lvl7pPr>
            <a:lvl8pPr>
              <a:buNone/>
              <a:defRPr sz="1650" b="1">
                <a:solidFill>
                  <a:srgbClr val="8E6077"/>
                </a:solidFill>
                <a:latin typeface="Malgun Gothic"/>
                <a:ea typeface="Malgun Gothic"/>
                <a:cs typeface="Malgun Gothic"/>
              </a:defRPr>
            </a:lvl8pPr>
            <a:lvl9pPr>
              <a:buNone/>
              <a:defRPr sz="1650" b="1">
                <a:solidFill>
                  <a:srgbClr val="8E6077"/>
                </a:solidFill>
                <a:latin typeface="Malgun Gothic"/>
                <a:ea typeface="Malgun Gothic"/>
                <a:cs typeface="Malgun Gothic"/>
              </a:defRPr>
            </a:lvl9pPr>
          </a:lstStyle>
          <a:p>
            <a:pPr>
              <a:buNone/>
              <a:defRPr sz="1800" b="1">
                <a:solidFill>
                  <a:srgbClr val="8E6077"/>
                </a:solidFill>
                <a:latin typeface="Malgun Gothic"/>
                <a:ea typeface="Malgun Gothic"/>
                <a:cs typeface="Malgun Gothic"/>
              </a:defRPr>
            </a:pPr>
            <a:r>
              <a:rPr sz="1800" b="1">
                <a:solidFill>
                  <a:srgbClr val="8E6077"/>
                </a:solidFill>
                <a:latin typeface="Malgun Gothic"/>
                <a:ea typeface="Malgun Gothic"/>
                <a:cs typeface="Malgun Gothic"/>
              </a:rPr>
              <a:t>기록 관리</a:t>
            </a:r>
          </a:p>
        </p:txBody>
      </p:sp>
      <p:sp>
        <p:nvSpPr>
          <p:cNvPr id="9" name="copy-57">
            <a:extLst>
              <a:ext uri="{FF2B5EF4-FFF2-40B4-BE49-F238E27FC236}">
                <a16:creationId xmlns:a16="http://schemas.microsoft.com/office/drawing/2014/main" id="{07584E63-C812-4B53-810E-CDB5AB722409}"/>
              </a:ext>
            </a:extLst>
          </p:cNvPr>
          <p:cNvSpPr>
            <a:spLocks noGrp="1"/>
          </p:cNvSpPr>
          <p:nvPr/>
        </p:nvSpPr>
        <p:spPr>
          <a:xfrm>
            <a:off x="609600" y="5514975"/>
            <a:ext cx="2667000" cy="733425"/>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2025" b="1">
                <a:solidFill>
                  <a:srgbClr val="37313D"/>
                </a:solidFill>
                <a:latin typeface="Malgun Gothic"/>
                <a:ea typeface="Malgun Gothic"/>
                <a:cs typeface="Malgun Gothic"/>
              </a:defRPr>
            </a:lvl1pPr>
            <a:lvl2pPr>
              <a:buNone/>
              <a:defRPr sz="2025" b="1">
                <a:solidFill>
                  <a:srgbClr val="37313D"/>
                </a:solidFill>
                <a:latin typeface="Malgun Gothic"/>
                <a:ea typeface="Malgun Gothic"/>
                <a:cs typeface="Malgun Gothic"/>
              </a:defRPr>
            </a:lvl2pPr>
            <a:lvl3pPr>
              <a:buNone/>
              <a:defRPr sz="2025" b="1">
                <a:solidFill>
                  <a:srgbClr val="37313D"/>
                </a:solidFill>
                <a:latin typeface="Malgun Gothic"/>
                <a:ea typeface="Malgun Gothic"/>
                <a:cs typeface="Malgun Gothic"/>
              </a:defRPr>
            </a:lvl3pPr>
            <a:lvl4pPr>
              <a:buNone/>
              <a:defRPr sz="2025" b="1">
                <a:solidFill>
                  <a:srgbClr val="37313D"/>
                </a:solidFill>
                <a:latin typeface="Malgun Gothic"/>
                <a:ea typeface="Malgun Gothic"/>
                <a:cs typeface="Malgun Gothic"/>
              </a:defRPr>
            </a:lvl4pPr>
            <a:lvl5pPr>
              <a:buNone/>
              <a:defRPr sz="2025" b="1">
                <a:solidFill>
                  <a:srgbClr val="37313D"/>
                </a:solidFill>
                <a:latin typeface="Malgun Gothic"/>
                <a:ea typeface="Malgun Gothic"/>
                <a:cs typeface="Malgun Gothic"/>
              </a:defRPr>
            </a:lvl5pPr>
            <a:lvl6pPr>
              <a:buNone/>
              <a:defRPr sz="2025" b="1">
                <a:solidFill>
                  <a:srgbClr val="37313D"/>
                </a:solidFill>
                <a:latin typeface="Malgun Gothic"/>
                <a:ea typeface="Malgun Gothic"/>
                <a:cs typeface="Malgun Gothic"/>
              </a:defRPr>
            </a:lvl6pPr>
            <a:lvl7pPr>
              <a:buNone/>
              <a:defRPr sz="2025" b="1">
                <a:solidFill>
                  <a:srgbClr val="37313D"/>
                </a:solidFill>
                <a:latin typeface="Malgun Gothic"/>
                <a:ea typeface="Malgun Gothic"/>
                <a:cs typeface="Malgun Gothic"/>
              </a:defRPr>
            </a:lvl7pPr>
            <a:lvl8pPr>
              <a:buNone/>
              <a:defRPr sz="2025" b="1">
                <a:solidFill>
                  <a:srgbClr val="37313D"/>
                </a:solidFill>
                <a:latin typeface="Malgun Gothic"/>
                <a:ea typeface="Malgun Gothic"/>
                <a:cs typeface="Malgun Gothic"/>
              </a:defRPr>
            </a:lvl8pPr>
            <a:lvl9pPr>
              <a:buNone/>
              <a:defRPr sz="2025"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검색·휴지통</a:t>
            </a:r>
          </a:p>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월간 결산</a:t>
            </a:r>
          </a:p>
        </p:txBody>
      </p:sp>
      <p:pic>
        <p:nvPicPr>
          <p:cNvPr id="10" name="그림 9" descr="PDS 연간 학습 시간 그래프. 2023년 가상 학습 기록을 사용한 시험 데이터이며 미입력과 0분을 구분합니다.">
            <a:extLst>
              <a:ext uri="{FF2B5EF4-FFF2-40B4-BE49-F238E27FC236}">
                <a16:creationId xmlns:a16="http://schemas.microsoft.com/office/drawing/2014/main" id="{2BF96515-2144-4D5C-AD68-FD4777EDE591}"/>
              </a:ext>
            </a:extLst>
          </p:cNvPr>
          <p:cNvPicPr>
            <a:picLocks noChangeAspect="1"/>
          </p:cNvPicPr>
          <p:nvPr/>
        </p:nvPicPr>
        <p:blipFill>
          <a:blip r:embed="rId3"/>
          <a:stretch/>
        </p:blipFill>
        <p:spPr>
          <a:xfrm>
            <a:off x="3296603" y="1524000"/>
            <a:ext cx="8266748" cy="3845759"/>
          </a:xfrm>
          <a:prstGeom prst="roundRect">
            <a:avLst>
              <a:gd name="adj" fmla="val 2477"/>
            </a:avLst>
          </a:prstGeom>
        </p:spPr>
      </p:pic>
      <p:sp>
        <p:nvSpPr>
          <p:cNvPr id="11" name="copy-58">
            <a:extLst>
              <a:ext uri="{FF2B5EF4-FFF2-40B4-BE49-F238E27FC236}">
                <a16:creationId xmlns:a16="http://schemas.microsoft.com/office/drawing/2014/main" id="{6BAACEF1-B9EB-44BB-8812-D6A0951D5803}"/>
              </a:ext>
            </a:extLst>
          </p:cNvPr>
          <p:cNvSpPr>
            <a:spLocks noGrp="1"/>
          </p:cNvSpPr>
          <p:nvPr/>
        </p:nvSpPr>
        <p:spPr>
          <a:xfrm>
            <a:off x="3277553" y="5543550"/>
            <a:ext cx="8304848" cy="266700"/>
          </a:xfrm>
          <a:prstGeom prst="rect">
            <a:avLst/>
          </a:prstGeom>
          <a:noFill/>
          <a:ln w="0">
            <a:noFill/>
          </a:ln>
        </p:spPr>
        <p:txBody>
          <a:bodyPr wrap="square" lIns="0" tIns="0" rIns="0" bIns="0" anchor="t">
            <a:noAutofit/>
          </a:bodyPr>
          <a:lstStyle>
            <a:defPPr>
              <a:defRPr sz="1500">
                <a:solidFill>
                  <a:srgbClr val="5F5665"/>
                </a:solidFill>
                <a:latin typeface="Malgun Gothic"/>
                <a:ea typeface="Malgun Gothic"/>
                <a:cs typeface="Malgun Gothic"/>
              </a:defRPr>
            </a:defPPr>
            <a:lvl1pPr>
              <a:buNone/>
              <a:defRPr sz="1650">
                <a:solidFill>
                  <a:srgbClr val="716877"/>
                </a:solidFill>
                <a:latin typeface="Malgun Gothic"/>
                <a:ea typeface="Malgun Gothic"/>
                <a:cs typeface="Malgun Gothic"/>
              </a:defRPr>
            </a:lvl1pPr>
            <a:lvl2pPr>
              <a:buNone/>
              <a:defRPr sz="1650">
                <a:solidFill>
                  <a:srgbClr val="716877"/>
                </a:solidFill>
                <a:latin typeface="Malgun Gothic"/>
                <a:ea typeface="Malgun Gothic"/>
                <a:cs typeface="Malgun Gothic"/>
              </a:defRPr>
            </a:lvl2pPr>
            <a:lvl3pPr>
              <a:buNone/>
              <a:defRPr sz="1650">
                <a:solidFill>
                  <a:srgbClr val="716877"/>
                </a:solidFill>
                <a:latin typeface="Malgun Gothic"/>
                <a:ea typeface="Malgun Gothic"/>
                <a:cs typeface="Malgun Gothic"/>
              </a:defRPr>
            </a:lvl3pPr>
            <a:lvl4pPr>
              <a:buNone/>
              <a:defRPr sz="1650">
                <a:solidFill>
                  <a:srgbClr val="716877"/>
                </a:solidFill>
                <a:latin typeface="Malgun Gothic"/>
                <a:ea typeface="Malgun Gothic"/>
                <a:cs typeface="Malgun Gothic"/>
              </a:defRPr>
            </a:lvl4pPr>
            <a:lvl5pPr>
              <a:buNone/>
              <a:defRPr sz="1650">
                <a:solidFill>
                  <a:srgbClr val="716877"/>
                </a:solidFill>
                <a:latin typeface="Malgun Gothic"/>
                <a:ea typeface="Malgun Gothic"/>
                <a:cs typeface="Malgun Gothic"/>
              </a:defRPr>
            </a:lvl5pPr>
            <a:lvl6pPr>
              <a:buNone/>
              <a:defRPr sz="1650">
                <a:solidFill>
                  <a:srgbClr val="716877"/>
                </a:solidFill>
                <a:latin typeface="Malgun Gothic"/>
                <a:ea typeface="Malgun Gothic"/>
                <a:cs typeface="Malgun Gothic"/>
              </a:defRPr>
            </a:lvl6pPr>
            <a:lvl7pPr>
              <a:buNone/>
              <a:defRPr sz="1650">
                <a:solidFill>
                  <a:srgbClr val="716877"/>
                </a:solidFill>
                <a:latin typeface="Malgun Gothic"/>
                <a:ea typeface="Malgun Gothic"/>
                <a:cs typeface="Malgun Gothic"/>
              </a:defRPr>
            </a:lvl7pPr>
            <a:lvl8pPr>
              <a:buNone/>
              <a:defRPr sz="1650">
                <a:solidFill>
                  <a:srgbClr val="716877"/>
                </a:solidFill>
                <a:latin typeface="Malgun Gothic"/>
                <a:ea typeface="Malgun Gothic"/>
                <a:cs typeface="Malgun Gothic"/>
              </a:defRPr>
            </a:lvl8pPr>
            <a:lvl9pPr>
              <a:buNone/>
              <a:defRPr sz="1650">
                <a:solidFill>
                  <a:srgbClr val="716877"/>
                </a:solidFill>
                <a:latin typeface="Malgun Gothic"/>
                <a:ea typeface="Malgun Gothic"/>
                <a:cs typeface="Malgun Gothic"/>
              </a:defRPr>
            </a:lvl9pPr>
          </a:lstStyle>
          <a:p>
            <a:pP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2023년 가상 학습 기록 · 시험 데이터</a:t>
            </a:r>
          </a:p>
        </p:txBody>
      </p:sp>
      <p:sp>
        <p:nvSpPr>
          <p:cNvPr id="12" name="copy-59">
            <a:extLst>
              <a:ext uri="{FF2B5EF4-FFF2-40B4-BE49-F238E27FC236}">
                <a16:creationId xmlns:a16="http://schemas.microsoft.com/office/drawing/2014/main" id="{C67007C9-DADA-4985-9B7E-B226C17CC207}"/>
              </a:ext>
            </a:extLst>
          </p:cNvPr>
          <p:cNvSpPr>
            <a:spLocks noGrp="1"/>
          </p:cNvSpPr>
          <p:nvPr/>
        </p:nvSpPr>
        <p:spPr>
          <a:xfrm>
            <a:off x="3468053" y="5934075"/>
            <a:ext cx="7923848"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00" b="1">
                <a:solidFill>
                  <a:srgbClr val="8E6077"/>
                </a:solidFill>
                <a:latin typeface="Malgun Gothic"/>
                <a:ea typeface="Malgun Gothic"/>
                <a:cs typeface="Malgun Gothic"/>
              </a:defRPr>
            </a:lvl1pPr>
            <a:lvl2pPr>
              <a:buNone/>
              <a:defRPr sz="1800" b="1">
                <a:solidFill>
                  <a:srgbClr val="8E6077"/>
                </a:solidFill>
                <a:latin typeface="Malgun Gothic"/>
                <a:ea typeface="Malgun Gothic"/>
                <a:cs typeface="Malgun Gothic"/>
              </a:defRPr>
            </a:lvl2pPr>
            <a:lvl3pPr>
              <a:buNone/>
              <a:defRPr sz="1800" b="1">
                <a:solidFill>
                  <a:srgbClr val="8E6077"/>
                </a:solidFill>
                <a:latin typeface="Malgun Gothic"/>
                <a:ea typeface="Malgun Gothic"/>
                <a:cs typeface="Malgun Gothic"/>
              </a:defRPr>
            </a:lvl3pPr>
            <a:lvl4pPr>
              <a:buNone/>
              <a:defRPr sz="1800" b="1">
                <a:solidFill>
                  <a:srgbClr val="8E6077"/>
                </a:solidFill>
                <a:latin typeface="Malgun Gothic"/>
                <a:ea typeface="Malgun Gothic"/>
                <a:cs typeface="Malgun Gothic"/>
              </a:defRPr>
            </a:lvl4pPr>
            <a:lvl5pPr>
              <a:buNone/>
              <a:defRPr sz="1800" b="1">
                <a:solidFill>
                  <a:srgbClr val="8E6077"/>
                </a:solidFill>
                <a:latin typeface="Malgun Gothic"/>
                <a:ea typeface="Malgun Gothic"/>
                <a:cs typeface="Malgun Gothic"/>
              </a:defRPr>
            </a:lvl5pPr>
            <a:lvl6pPr>
              <a:buNone/>
              <a:defRPr sz="1800" b="1">
                <a:solidFill>
                  <a:srgbClr val="8E6077"/>
                </a:solidFill>
                <a:latin typeface="Malgun Gothic"/>
                <a:ea typeface="Malgun Gothic"/>
                <a:cs typeface="Malgun Gothic"/>
              </a:defRPr>
            </a:lvl6pPr>
            <a:lvl7pPr>
              <a:buNone/>
              <a:defRPr sz="1800" b="1">
                <a:solidFill>
                  <a:srgbClr val="8E6077"/>
                </a:solidFill>
                <a:latin typeface="Malgun Gothic"/>
                <a:ea typeface="Malgun Gothic"/>
                <a:cs typeface="Malgun Gothic"/>
              </a:defRPr>
            </a:lvl7pPr>
            <a:lvl8pPr>
              <a:buNone/>
              <a:defRPr sz="1800" b="1">
                <a:solidFill>
                  <a:srgbClr val="8E6077"/>
                </a:solidFill>
                <a:latin typeface="Malgun Gothic"/>
                <a:ea typeface="Malgun Gothic"/>
                <a:cs typeface="Malgun Gothic"/>
              </a:defRPr>
            </a:lvl8pPr>
            <a:lvl9pPr>
              <a:buNone/>
              <a:defRPr sz="1800" b="1">
                <a:solidFill>
                  <a:srgbClr val="8E60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미입력은 ‘—’로 표시하고 0분과 구분</a:t>
            </a:r>
          </a:p>
        </p:txBody>
      </p:sp>
      <p:sp>
        <p:nvSpPr>
          <p:cNvPr id="16" name="brand-footer-7">
            <a:extLst>
              <a:ext uri="{FF2B5EF4-FFF2-40B4-BE49-F238E27FC236}">
                <a16:creationId xmlns:a16="http://schemas.microsoft.com/office/drawing/2014/main" id="{006C432D-962D-4733-BAA1-C246345D002E}"/>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2144644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7" name="key-rule-8">
            <a:extLst>
              <a:ext uri="{FF2B5EF4-FFF2-40B4-BE49-F238E27FC236}">
                <a16:creationId xmlns:a16="http://schemas.microsoft.com/office/drawing/2014/main" id="{3AB99BF1-7299-4D60-A78B-9939435D5AD2}"/>
              </a:ext>
            </a:extLst>
          </p:cNvPr>
          <p:cNvSpPr>
            <a:spLocks noGrp="1"/>
          </p:cNvSpPr>
          <p:nvPr/>
        </p:nvSpPr>
        <p:spPr>
          <a:xfrm>
            <a:off x="609600" y="5848350"/>
            <a:ext cx="10972800" cy="400050"/>
          </a:xfrm>
          <a:prstGeom prst="rect">
            <a:avLst/>
          </a:prstGeom>
          <a:solidFill>
            <a:srgbClr val="EBD3DF"/>
          </a:solidFill>
          <a:ln w="0">
            <a:noFill/>
          </a:ln>
        </p:spPr>
      </p:sp>
      <p:sp>
        <p:nvSpPr>
          <p:cNvPr id="6" name="copy-60">
            <a:extLst>
              <a:ext uri="{FF2B5EF4-FFF2-40B4-BE49-F238E27FC236}">
                <a16:creationId xmlns:a16="http://schemas.microsoft.com/office/drawing/2014/main" id="{8FCDA8B0-E1E4-42DD-929A-EE4CA64E9E7A}"/>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08</a:t>
            </a:r>
          </a:p>
        </p:txBody>
      </p:sp>
      <p:sp>
        <p:nvSpPr>
          <p:cNvPr id="2" name="title-8">
            <a:extLst>
              <a:ext uri="{FF2B5EF4-FFF2-40B4-BE49-F238E27FC236}">
                <a16:creationId xmlns:a16="http://schemas.microsoft.com/office/drawing/2014/main" id="{776BE107-0926-49AA-B322-DFDDF2BD7A2D}"/>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사용 피드백과 개선</a:t>
            </a:r>
          </a:p>
        </p:txBody>
      </p:sp>
      <p:sp>
        <p:nvSpPr>
          <p:cNvPr id="3" name="copy-61">
            <a:extLst>
              <a:ext uri="{FF2B5EF4-FFF2-40B4-BE49-F238E27FC236}">
                <a16:creationId xmlns:a16="http://schemas.microsoft.com/office/drawing/2014/main" id="{9881EB13-A563-48FF-9E6E-EBD5AC1F2B91}"/>
              </a:ext>
            </a:extLst>
          </p:cNvPr>
          <p:cNvSpPr>
            <a:spLocks noGrp="1"/>
          </p:cNvSpPr>
          <p:nvPr/>
        </p:nvSpPr>
        <p:spPr>
          <a:xfrm>
            <a:off x="609600" y="1600200"/>
            <a:ext cx="10972800" cy="47625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250" b="1">
                <a:solidFill>
                  <a:srgbClr val="37313D"/>
                </a:solidFill>
                <a:latin typeface="Malgun Gothic"/>
                <a:ea typeface="Malgun Gothic"/>
                <a:cs typeface="Malgun Gothic"/>
              </a:defRPr>
            </a:lvl1pPr>
            <a:lvl2pPr>
              <a:buNone/>
              <a:defRPr sz="2250" b="1">
                <a:solidFill>
                  <a:srgbClr val="37313D"/>
                </a:solidFill>
                <a:latin typeface="Malgun Gothic"/>
                <a:ea typeface="Malgun Gothic"/>
                <a:cs typeface="Malgun Gothic"/>
              </a:defRPr>
            </a:lvl2pPr>
            <a:lvl3pPr>
              <a:buNone/>
              <a:defRPr sz="2250" b="1">
                <a:solidFill>
                  <a:srgbClr val="37313D"/>
                </a:solidFill>
                <a:latin typeface="Malgun Gothic"/>
                <a:ea typeface="Malgun Gothic"/>
                <a:cs typeface="Malgun Gothic"/>
              </a:defRPr>
            </a:lvl3pPr>
            <a:lvl4pPr>
              <a:buNone/>
              <a:defRPr sz="2250" b="1">
                <a:solidFill>
                  <a:srgbClr val="37313D"/>
                </a:solidFill>
                <a:latin typeface="Malgun Gothic"/>
                <a:ea typeface="Malgun Gothic"/>
                <a:cs typeface="Malgun Gothic"/>
              </a:defRPr>
            </a:lvl4pPr>
            <a:lvl5pPr>
              <a:buNone/>
              <a:defRPr sz="2250" b="1">
                <a:solidFill>
                  <a:srgbClr val="37313D"/>
                </a:solidFill>
                <a:latin typeface="Malgun Gothic"/>
                <a:ea typeface="Malgun Gothic"/>
                <a:cs typeface="Malgun Gothic"/>
              </a:defRPr>
            </a:lvl5pPr>
            <a:lvl6pPr>
              <a:buNone/>
              <a:defRPr sz="2250" b="1">
                <a:solidFill>
                  <a:srgbClr val="37313D"/>
                </a:solidFill>
                <a:latin typeface="Malgun Gothic"/>
                <a:ea typeface="Malgun Gothic"/>
                <a:cs typeface="Malgun Gothic"/>
              </a:defRPr>
            </a:lvl6pPr>
            <a:lvl7pPr>
              <a:buNone/>
              <a:defRPr sz="2250" b="1">
                <a:solidFill>
                  <a:srgbClr val="37313D"/>
                </a:solidFill>
                <a:latin typeface="Malgun Gothic"/>
                <a:ea typeface="Malgun Gothic"/>
                <a:cs typeface="Malgun Gothic"/>
              </a:defRPr>
            </a:lvl7pPr>
            <a:lvl8pPr>
              <a:buNone/>
              <a:defRPr sz="2250" b="1">
                <a:solidFill>
                  <a:srgbClr val="37313D"/>
                </a:solidFill>
                <a:latin typeface="Malgun Gothic"/>
                <a:ea typeface="Malgun Gothic"/>
                <a:cs typeface="Malgun Gothic"/>
              </a:defRPr>
            </a:lvl8pPr>
            <a:lvl9pPr>
              <a:buNone/>
              <a:defRPr sz="225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사용하며 확인한 불편을 기록 규칙과 화면에 반영했습니다</a:t>
            </a:r>
          </a:p>
        </p:txBody>
      </p:sp>
      <p:graphicFrame>
        <p:nvGraphicFramePr>
          <p:cNvPr id="4" name="표 3">
            <a:extLst>
              <a:ext uri="{FF2B5EF4-FFF2-40B4-BE49-F238E27FC236}">
                <a16:creationId xmlns:a16="http://schemas.microsoft.com/office/drawing/2014/main" id="{7F0EF88A-DD34-4F5C-B962-20D44A608AC1}"/>
              </a:ext>
            </a:extLst>
          </p:cNvPr>
          <p:cNvGraphicFramePr/>
          <p:nvPr/>
        </p:nvGraphicFramePr>
        <p:xfrm>
          <a:off x="609600" y="2158365"/>
          <a:ext cx="10972800" cy="3448050"/>
        </p:xfrm>
        <a:graphic>
          <a:graphicData uri="http://schemas.openxmlformats.org/drawingml/2006/table">
            <a:tbl>
              <a:tblPr/>
              <a:tblGrid>
                <a:gridCol w="1524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689610">
                <a:tc>
                  <a:txBody>
                    <a:bodyPr/>
                    <a:lstStyle/>
                    <a:p>
                      <a:r>
                        <a:rPr sz="1800" b="1">
                          <a:solidFill>
                            <a:srgbClr val="37313D"/>
                          </a:solidFill>
                          <a:latin typeface="Malgun Gothic"/>
                          <a:ea typeface="Malgun Gothic"/>
                          <a:cs typeface="Malgun Gothic"/>
                        </a:rPr>
                        <a:t>구분</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r>
                        <a:rPr sz="1800" b="1">
                          <a:solidFill>
                            <a:srgbClr val="37313D"/>
                          </a:solidFill>
                          <a:latin typeface="Malgun Gothic"/>
                          <a:ea typeface="Malgun Gothic"/>
                          <a:cs typeface="Malgun Gothic"/>
                        </a:rPr>
                        <a:t>사용 중 확인한 불편</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r>
                        <a:rPr sz="1800" b="1">
                          <a:solidFill>
                            <a:srgbClr val="37313D"/>
                          </a:solidFill>
                          <a:latin typeface="Malgun Gothic"/>
                          <a:ea typeface="Malgun Gothic"/>
                          <a:cs typeface="Malgun Gothic"/>
                        </a:rPr>
                        <a:t>직접 결정한 개선</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extLst>
                  <a:ext uri="{0D108BD9-81ED-4DB2-BD59-A6C34878D82A}">
                    <a16:rowId xmlns:a16="http://schemas.microsoft.com/office/drawing/2014/main" val="10000"/>
                  </a:ext>
                </a:extLst>
              </a:tr>
              <a:tr h="689610">
                <a:tc>
                  <a:txBody>
                    <a:bodyPr/>
                    <a:lstStyle/>
                    <a:p>
                      <a:r>
                        <a:rPr sz="1800" b="1">
                          <a:solidFill>
                            <a:srgbClr val="37313D"/>
                          </a:solidFill>
                          <a:latin typeface="Malgun Gothic"/>
                          <a:ea typeface="Malgun Gothic"/>
                          <a:cs typeface="Malgun Gothic"/>
                        </a:rPr>
                        <a:t>화면 구성</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소형 모드를 자주 쓰지 않을 것 같다</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1">
                          <a:solidFill>
                            <a:srgbClr val="8E6077"/>
                          </a:solidFill>
                          <a:latin typeface="Malgun Gothic"/>
                          <a:ea typeface="Malgun Gothic"/>
                          <a:cs typeface="Malgun Gothic"/>
                        </a:rPr>
                        <a:t>소형 모드 제거</a:t>
                      </a:r>
                    </a:p>
                    <a:p>
                      <a:r>
                        <a:rPr sz="1800" b="1">
                          <a:solidFill>
                            <a:srgbClr val="8E6077"/>
                          </a:solidFill>
                          <a:latin typeface="Malgun Gothic"/>
                          <a:ea typeface="Malgun Gothic"/>
                          <a:cs typeface="Malgun Gothic"/>
                        </a:rPr>
                        <a:t>고정 창과 상세 영역에 집중</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1"/>
                  </a:ext>
                </a:extLst>
              </a:tr>
              <a:tr h="689610">
                <a:tc>
                  <a:txBody>
                    <a:bodyPr/>
                    <a:lstStyle/>
                    <a:p>
                      <a:r>
                        <a:rPr sz="1800" b="1">
                          <a:solidFill>
                            <a:srgbClr val="37313D"/>
                          </a:solidFill>
                          <a:latin typeface="Malgun Gothic"/>
                          <a:ea typeface="Malgun Gothic"/>
                          <a:cs typeface="Malgun Gothic"/>
                        </a:rPr>
                        <a:t>운동 날짜</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늦게 저장한 운동이 통계에서 빠진다</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1">
                          <a:solidFill>
                            <a:srgbClr val="8E6077"/>
                          </a:solidFill>
                          <a:latin typeface="Malgun Gothic"/>
                          <a:ea typeface="Malgun Gothic"/>
                          <a:cs typeface="Malgun Gothic"/>
                        </a:rPr>
                        <a:t>선택한 날짜에 운동 저장·집계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2"/>
                  </a:ext>
                </a:extLst>
              </a:tr>
              <a:tr h="689610">
                <a:tc>
                  <a:txBody>
                    <a:bodyPr/>
                    <a:lstStyle/>
                    <a:p>
                      <a:r>
                        <a:rPr sz="1800" b="1">
                          <a:solidFill>
                            <a:srgbClr val="37313D"/>
                          </a:solidFill>
                          <a:latin typeface="Malgun Gothic"/>
                          <a:ea typeface="Malgun Gothic"/>
                          <a:cs typeface="Malgun Gothic"/>
                        </a:rPr>
                        <a:t>화면 표현</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글자 정렬과 화면 이동이 어색하다</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1">
                          <a:solidFill>
                            <a:srgbClr val="8E6077"/>
                          </a:solidFill>
                          <a:latin typeface="Malgun Gothic"/>
                          <a:ea typeface="Malgun Gothic"/>
                          <a:cs typeface="Malgun Gothic"/>
                        </a:rPr>
                        <a:t>맑은 고딕 통일</a:t>
                      </a:r>
                    </a:p>
                    <a:p>
                      <a:r>
                        <a:rPr sz="1800" b="1">
                          <a:solidFill>
                            <a:srgbClr val="8E6077"/>
                          </a:solidFill>
                          <a:latin typeface="Malgun Gothic"/>
                          <a:ea typeface="Malgun Gothic"/>
                          <a:cs typeface="Malgun Gothic"/>
                        </a:rPr>
                        <a:t>정렬과 전환 보정</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3"/>
                  </a:ext>
                </a:extLst>
              </a:tr>
              <a:tr h="689610">
                <a:tc>
                  <a:txBody>
                    <a:bodyPr/>
                    <a:lstStyle/>
                    <a:p>
                      <a:r>
                        <a:rPr sz="1800" b="1">
                          <a:solidFill>
                            <a:srgbClr val="37313D"/>
                          </a:solidFill>
                          <a:latin typeface="Malgun Gothic"/>
                          <a:ea typeface="Malgun Gothic"/>
                          <a:cs typeface="Malgun Gothic"/>
                        </a:rPr>
                        <a:t>기록 확인</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누적 기록을 찾고 복구하고 싶다</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1">
                          <a:solidFill>
                            <a:srgbClr val="8E6077"/>
                          </a:solidFill>
                          <a:latin typeface="Malgun Gothic"/>
                          <a:ea typeface="Malgun Gothic"/>
                          <a:cs typeface="Malgun Gothic"/>
                        </a:rPr>
                        <a:t>검색·휴지통·월간 결산을 앱 안에 통합</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copy-62">
            <a:extLst>
              <a:ext uri="{FF2B5EF4-FFF2-40B4-BE49-F238E27FC236}">
                <a16:creationId xmlns:a16="http://schemas.microsoft.com/office/drawing/2014/main" id="{95161F29-3D75-4025-9633-2DBA9652CFAF}"/>
              </a:ext>
            </a:extLst>
          </p:cNvPr>
          <p:cNvSpPr>
            <a:spLocks noGrp="1"/>
          </p:cNvSpPr>
          <p:nvPr/>
        </p:nvSpPr>
        <p:spPr>
          <a:xfrm>
            <a:off x="800100" y="5934075"/>
            <a:ext cx="10591800"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75" b="1">
                <a:solidFill>
                  <a:srgbClr val="8E6077"/>
                </a:solidFill>
                <a:latin typeface="Malgun Gothic"/>
                <a:ea typeface="Malgun Gothic"/>
                <a:cs typeface="Malgun Gothic"/>
              </a:defRPr>
            </a:lvl1pPr>
            <a:lvl2pPr>
              <a:buNone/>
              <a:defRPr sz="1875" b="1">
                <a:solidFill>
                  <a:srgbClr val="8E6077"/>
                </a:solidFill>
                <a:latin typeface="Malgun Gothic"/>
                <a:ea typeface="Malgun Gothic"/>
                <a:cs typeface="Malgun Gothic"/>
              </a:defRPr>
            </a:lvl2pPr>
            <a:lvl3pPr>
              <a:buNone/>
              <a:defRPr sz="1875" b="1">
                <a:solidFill>
                  <a:srgbClr val="8E6077"/>
                </a:solidFill>
                <a:latin typeface="Malgun Gothic"/>
                <a:ea typeface="Malgun Gothic"/>
                <a:cs typeface="Malgun Gothic"/>
              </a:defRPr>
            </a:lvl3pPr>
            <a:lvl4pPr>
              <a:buNone/>
              <a:defRPr sz="1875" b="1">
                <a:solidFill>
                  <a:srgbClr val="8E6077"/>
                </a:solidFill>
                <a:latin typeface="Malgun Gothic"/>
                <a:ea typeface="Malgun Gothic"/>
                <a:cs typeface="Malgun Gothic"/>
              </a:defRPr>
            </a:lvl4pPr>
            <a:lvl5pPr>
              <a:buNone/>
              <a:defRPr sz="1875" b="1">
                <a:solidFill>
                  <a:srgbClr val="8E6077"/>
                </a:solidFill>
                <a:latin typeface="Malgun Gothic"/>
                <a:ea typeface="Malgun Gothic"/>
                <a:cs typeface="Malgun Gothic"/>
              </a:defRPr>
            </a:lvl5pPr>
            <a:lvl6pPr>
              <a:buNone/>
              <a:defRPr sz="1875" b="1">
                <a:solidFill>
                  <a:srgbClr val="8E6077"/>
                </a:solidFill>
                <a:latin typeface="Malgun Gothic"/>
                <a:ea typeface="Malgun Gothic"/>
                <a:cs typeface="Malgun Gothic"/>
              </a:defRPr>
            </a:lvl6pPr>
            <a:lvl7pPr>
              <a:buNone/>
              <a:defRPr sz="1875" b="1">
                <a:solidFill>
                  <a:srgbClr val="8E6077"/>
                </a:solidFill>
                <a:latin typeface="Malgun Gothic"/>
                <a:ea typeface="Malgun Gothic"/>
                <a:cs typeface="Malgun Gothic"/>
              </a:defRPr>
            </a:lvl7pPr>
            <a:lvl8pPr>
              <a:buNone/>
              <a:defRPr sz="1875" b="1">
                <a:solidFill>
                  <a:srgbClr val="8E6077"/>
                </a:solidFill>
                <a:latin typeface="Malgun Gothic"/>
                <a:ea typeface="Malgun Gothic"/>
                <a:cs typeface="Malgun Gothic"/>
              </a:defRPr>
            </a:lvl8pPr>
            <a:lvl9pPr>
              <a:buNone/>
              <a:defRPr sz="1875" b="1">
                <a:solidFill>
                  <a:srgbClr val="8E60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기능을 줄이는 판단부터 날짜 집계 규칙까지 개선</a:t>
            </a:r>
          </a:p>
        </p:txBody>
      </p:sp>
      <p:sp>
        <p:nvSpPr>
          <p:cNvPr id="8" name="brand-footer-8">
            <a:extLst>
              <a:ext uri="{FF2B5EF4-FFF2-40B4-BE49-F238E27FC236}">
                <a16:creationId xmlns:a16="http://schemas.microsoft.com/office/drawing/2014/main" id="{92E99F66-152C-4C92-9839-77744D25B669}"/>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44559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5" name="key-rule-9-ai">
            <a:extLst>
              <a:ext uri="{FF2B5EF4-FFF2-40B4-BE49-F238E27FC236}">
                <a16:creationId xmlns:a16="http://schemas.microsoft.com/office/drawing/2014/main" id="{1E17431C-BD54-4031-BC5A-B7B29D4A8D34}"/>
              </a:ext>
            </a:extLst>
          </p:cNvPr>
          <p:cNvSpPr>
            <a:spLocks noGrp="1"/>
          </p:cNvSpPr>
          <p:nvPr/>
        </p:nvSpPr>
        <p:spPr>
          <a:xfrm>
            <a:off x="7992000" y="5848350"/>
            <a:ext cx="3589200" cy="400050"/>
          </a:xfrm>
          <a:prstGeom prst="rect">
            <a:avLst/>
          </a:prstGeom>
          <a:solidFill>
            <a:srgbClr val="EBD3DF"/>
          </a:solidFill>
          <a:ln w="0">
            <a:noFill/>
          </a:ln>
        </p:spPr>
      </p:sp>
      <p:sp>
        <p:nvSpPr>
          <p:cNvPr id="13" name="key-rule-9">
            <a:extLst>
              <a:ext uri="{FF2B5EF4-FFF2-40B4-BE49-F238E27FC236}">
                <a16:creationId xmlns:a16="http://schemas.microsoft.com/office/drawing/2014/main" id="{0A059C2D-33EE-45C8-A84C-395CCC045B01}"/>
              </a:ext>
            </a:extLst>
          </p:cNvPr>
          <p:cNvSpPr>
            <a:spLocks noGrp="1"/>
          </p:cNvSpPr>
          <p:nvPr/>
        </p:nvSpPr>
        <p:spPr>
          <a:xfrm>
            <a:off x="609600" y="5848350"/>
            <a:ext cx="6768000" cy="400050"/>
          </a:xfrm>
          <a:prstGeom prst="rect">
            <a:avLst/>
          </a:prstGeom>
          <a:solidFill>
            <a:srgbClr val="EBD3DF"/>
          </a:solidFill>
          <a:ln w="0">
            <a:noFill/>
          </a:ln>
        </p:spPr>
      </p:sp>
      <p:sp>
        <p:nvSpPr>
          <p:cNvPr id="12" name="copy-63">
            <a:extLst>
              <a:ext uri="{FF2B5EF4-FFF2-40B4-BE49-F238E27FC236}">
                <a16:creationId xmlns:a16="http://schemas.microsoft.com/office/drawing/2014/main" id="{F3A9E246-0DC1-4F01-B2DA-2709DB6150FF}"/>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09</a:t>
            </a:r>
          </a:p>
        </p:txBody>
      </p:sp>
      <p:sp>
        <p:nvSpPr>
          <p:cNvPr id="2" name="title-9">
            <a:extLst>
              <a:ext uri="{FF2B5EF4-FFF2-40B4-BE49-F238E27FC236}">
                <a16:creationId xmlns:a16="http://schemas.microsoft.com/office/drawing/2014/main" id="{A98C8FC5-9F61-483C-B0B5-A3746BF00ACC}"/>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기술 구조와 개발 역할</a:t>
            </a:r>
          </a:p>
        </p:txBody>
      </p:sp>
      <p:sp>
        <p:nvSpPr>
          <p:cNvPr id="3" name="copy-64">
            <a:extLst>
              <a:ext uri="{FF2B5EF4-FFF2-40B4-BE49-F238E27FC236}">
                <a16:creationId xmlns:a16="http://schemas.microsoft.com/office/drawing/2014/main" id="{6393D4C7-27E3-415A-9ABC-759F29B82B95}"/>
              </a:ext>
            </a:extLst>
          </p:cNvPr>
          <p:cNvSpPr>
            <a:spLocks noGrp="1"/>
          </p:cNvSpPr>
          <p:nvPr/>
        </p:nvSpPr>
        <p:spPr>
          <a:xfrm>
            <a:off x="609600" y="1695450"/>
            <a:ext cx="6191250" cy="514350"/>
          </a:xfrm>
          <a:prstGeom prst="rect">
            <a:avLst/>
          </a:prstGeom>
          <a:noFill/>
          <a:ln w="0">
            <a:noFill/>
          </a:ln>
        </p:spPr>
        <p:txBody>
          <a:bodyPr wrap="square" lIns="0" tIns="0" rIns="0" bIns="0" anchor="t">
            <a:noAutofit/>
          </a:bodyPr>
          <a:lstStyle>
            <a:defPPr>
              <a:defRPr sz="2200" b="1">
                <a:solidFill>
                  <a:srgbClr val="8E6077"/>
                </a:solidFill>
                <a:latin typeface="Bahnschrift"/>
                <a:ea typeface="Bahnschrift"/>
                <a:cs typeface="Bahnschrift"/>
              </a:defRPr>
            </a:defPPr>
            <a:lvl1pPr>
              <a:buNone/>
              <a:defRPr sz="2625" b="1">
                <a:solidFill>
                  <a:srgbClr val="8E6077"/>
                </a:solidFill>
                <a:latin typeface="Bahnschrift"/>
                <a:ea typeface="Bahnschrift"/>
                <a:cs typeface="Bahnschrift"/>
              </a:defRPr>
            </a:lvl1pPr>
            <a:lvl2pPr>
              <a:buNone/>
              <a:defRPr sz="2625" b="1">
                <a:solidFill>
                  <a:srgbClr val="8E6077"/>
                </a:solidFill>
                <a:latin typeface="Bahnschrift"/>
                <a:ea typeface="Bahnschrift"/>
                <a:cs typeface="Bahnschrift"/>
              </a:defRPr>
            </a:lvl2pPr>
            <a:lvl3pPr>
              <a:buNone/>
              <a:defRPr sz="2625" b="1">
                <a:solidFill>
                  <a:srgbClr val="8E6077"/>
                </a:solidFill>
                <a:latin typeface="Bahnschrift"/>
                <a:ea typeface="Bahnschrift"/>
                <a:cs typeface="Bahnschrift"/>
              </a:defRPr>
            </a:lvl3pPr>
            <a:lvl4pPr>
              <a:buNone/>
              <a:defRPr sz="2625" b="1">
                <a:solidFill>
                  <a:srgbClr val="8E6077"/>
                </a:solidFill>
                <a:latin typeface="Bahnschrift"/>
                <a:ea typeface="Bahnschrift"/>
                <a:cs typeface="Bahnschrift"/>
              </a:defRPr>
            </a:lvl4pPr>
            <a:lvl5pPr>
              <a:buNone/>
              <a:defRPr sz="2625" b="1">
                <a:solidFill>
                  <a:srgbClr val="8E6077"/>
                </a:solidFill>
                <a:latin typeface="Bahnschrift"/>
                <a:ea typeface="Bahnschrift"/>
                <a:cs typeface="Bahnschrift"/>
              </a:defRPr>
            </a:lvl5pPr>
            <a:lvl6pPr>
              <a:buNone/>
              <a:defRPr sz="2625" b="1">
                <a:solidFill>
                  <a:srgbClr val="8E6077"/>
                </a:solidFill>
                <a:latin typeface="Bahnschrift"/>
                <a:ea typeface="Bahnschrift"/>
                <a:cs typeface="Bahnschrift"/>
              </a:defRPr>
            </a:lvl6pPr>
            <a:lvl7pPr>
              <a:buNone/>
              <a:defRPr sz="2625" b="1">
                <a:solidFill>
                  <a:srgbClr val="8E6077"/>
                </a:solidFill>
                <a:latin typeface="Bahnschrift"/>
                <a:ea typeface="Bahnschrift"/>
                <a:cs typeface="Bahnschrift"/>
              </a:defRPr>
            </a:lvl7pPr>
            <a:lvl8pPr>
              <a:buNone/>
              <a:defRPr sz="2625" b="1">
                <a:solidFill>
                  <a:srgbClr val="8E6077"/>
                </a:solidFill>
                <a:latin typeface="Bahnschrift"/>
                <a:ea typeface="Bahnschrift"/>
                <a:cs typeface="Bahnschrift"/>
              </a:defRPr>
            </a:lvl8pPr>
            <a:lvl9pPr>
              <a:buNone/>
              <a:defRPr sz="2625" b="1">
                <a:solidFill>
                  <a:srgbClr val="8E6077"/>
                </a:solidFill>
                <a:latin typeface="Bahnschrift"/>
                <a:ea typeface="Bahnschrift"/>
                <a:cs typeface="Bahnschrift"/>
              </a:defRPr>
            </a:lvl9pPr>
          </a:lstStyle>
          <a:p>
            <a:pPr>
              <a:buNone/>
              <a:defRPr sz="2200" b="1">
                <a:solidFill>
                  <a:srgbClr val="8E6077"/>
                </a:solidFill>
                <a:latin typeface="Bahnschrift"/>
                <a:ea typeface="Bahnschrift"/>
                <a:cs typeface="Bahnschrift"/>
              </a:defRPr>
            </a:pPr>
            <a:r>
              <a:rPr sz="2200" b="1">
                <a:solidFill>
                  <a:srgbClr val="8E6077"/>
                </a:solidFill>
                <a:latin typeface="Bahnschrift"/>
                <a:ea typeface="Bahnschrift"/>
                <a:cs typeface="Bahnschrift"/>
              </a:rPr>
              <a:t>C#    .NET 10    WPF</a:t>
            </a:r>
          </a:p>
        </p:txBody>
      </p:sp>
      <p:graphicFrame>
        <p:nvGraphicFramePr>
          <p:cNvPr id="4" name="표 3">
            <a:extLst>
              <a:ext uri="{FF2B5EF4-FFF2-40B4-BE49-F238E27FC236}">
                <a16:creationId xmlns:a16="http://schemas.microsoft.com/office/drawing/2014/main" id="{70BC5A44-5D65-468B-88D4-2A80B54B6CF0}"/>
              </a:ext>
            </a:extLst>
          </p:cNvPr>
          <p:cNvGraphicFramePr/>
          <p:nvPr/>
        </p:nvGraphicFramePr>
        <p:xfrm>
          <a:off x="609600" y="2409825"/>
          <a:ext cx="6768000" cy="3305175"/>
        </p:xfrm>
        <a:graphic>
          <a:graphicData uri="http://schemas.openxmlformats.org/drawingml/2006/table">
            <a:tbl>
              <a:tblPr/>
              <a:tblGrid>
                <a:gridCol w="2160000">
                  <a:extLst>
                    <a:ext uri="{9D8B030D-6E8A-4147-A177-3AD203B41FA5}">
                      <a16:colId xmlns:a16="http://schemas.microsoft.com/office/drawing/2014/main" val="20000"/>
                    </a:ext>
                  </a:extLst>
                </a:gridCol>
                <a:gridCol w="4608000">
                  <a:extLst>
                    <a:ext uri="{9D8B030D-6E8A-4147-A177-3AD203B41FA5}">
                      <a16:colId xmlns:a16="http://schemas.microsoft.com/office/drawing/2014/main" val="20001"/>
                    </a:ext>
                  </a:extLst>
                </a:gridCol>
              </a:tblGrid>
              <a:tr h="661035">
                <a:tc>
                  <a:txBody>
                    <a:bodyPr/>
                    <a:lstStyle/>
                    <a:p>
                      <a:r>
                        <a:rPr sz="1800" b="1">
                          <a:solidFill>
                            <a:srgbClr val="37313D"/>
                          </a:solidFill>
                          <a:latin typeface="Malgun Gothic"/>
                          <a:ea typeface="Malgun Gothic"/>
                          <a:cs typeface="Malgun Gothic"/>
                        </a:rPr>
                        <a:t>보관 대상</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tc>
                  <a:txBody>
                    <a:bodyPr/>
                    <a:lstStyle/>
                    <a:p>
                      <a:r>
                        <a:rPr sz="1800" b="1">
                          <a:solidFill>
                            <a:srgbClr val="37313D"/>
                          </a:solidFill>
                          <a:latin typeface="Malgun Gothic"/>
                          <a:ea typeface="Malgun Gothic"/>
                          <a:cs typeface="Malgun Gothic"/>
                        </a:rPr>
                        <a:t>저장·관리 방식</a:t>
                      </a:r>
                    </a:p>
                  </a:txBody>
                  <a:tcPr anchor="ctr">
                    <a:lnL w="953">
                      <a:solidFill>
                        <a:srgbClr val="F2E4EB"/>
                      </a:solidFill>
                      <a:prstDash val="solid"/>
                    </a:lnL>
                    <a:lnR w="953">
                      <a:solidFill>
                        <a:srgbClr val="F2E4EB"/>
                      </a:solidFill>
                      <a:prstDash val="solid"/>
                    </a:lnR>
                    <a:lnT w="953">
                      <a:solidFill>
                        <a:srgbClr val="F2E4EB"/>
                      </a:solidFill>
                      <a:prstDash val="solid"/>
                    </a:lnT>
                    <a:lnB w="6191">
                      <a:solidFill>
                        <a:srgbClr val="E5DEE7"/>
                      </a:solidFill>
                      <a:prstDash val="solid"/>
                    </a:lnB>
                    <a:solidFill>
                      <a:srgbClr val="F2E4EB"/>
                    </a:solidFill>
                  </a:tcPr>
                </a:tc>
                <a:extLst>
                  <a:ext uri="{0D108BD9-81ED-4DB2-BD59-A6C34878D82A}">
                    <a16:rowId xmlns:a16="http://schemas.microsoft.com/office/drawing/2014/main" val="10000"/>
                  </a:ext>
                </a:extLst>
              </a:tr>
              <a:tr h="661035">
                <a:tc>
                  <a:txBody>
                    <a:bodyPr/>
                    <a:lstStyle/>
                    <a:p>
                      <a:r>
                        <a:rPr sz="1800" b="1">
                          <a:solidFill>
                            <a:srgbClr val="37313D"/>
                          </a:solidFill>
                          <a:latin typeface="Malgun Gothic"/>
                          <a:ea typeface="Malgun Gothic"/>
                          <a:cs typeface="Malgun Gothic"/>
                        </a:rPr>
                        <a:t>날짜별 기록</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로컬 SQLite</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1"/>
                  </a:ext>
                </a:extLst>
              </a:tr>
              <a:tr h="661035">
                <a:tc>
                  <a:txBody>
                    <a:bodyPr/>
                    <a:lstStyle/>
                    <a:p>
                      <a:r>
                        <a:rPr sz="1800" b="1">
                          <a:solidFill>
                            <a:srgbClr val="37313D"/>
                          </a:solidFill>
                          <a:latin typeface="Malgun Gothic"/>
                          <a:ea typeface="Malgun Gothic"/>
                          <a:cs typeface="Malgun Gothic"/>
                        </a:rPr>
                        <a:t>첨부 자료</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앱 관리 폴더의 사본</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2"/>
                  </a:ext>
                </a:extLst>
              </a:tr>
              <a:tr h="661035">
                <a:tc>
                  <a:txBody>
                    <a:bodyPr/>
                    <a:lstStyle/>
                    <a:p>
                      <a:r>
                        <a:rPr sz="1800" b="1">
                          <a:solidFill>
                            <a:srgbClr val="37313D"/>
                          </a:solidFill>
                          <a:latin typeface="Malgun Gothic"/>
                          <a:ea typeface="Malgun Gothic"/>
                          <a:cs typeface="Malgun Gothic"/>
                        </a:rPr>
                        <a:t>백업과 복원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수동 내보내기·복원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3"/>
                  </a:ext>
                </a:extLst>
              </a:tr>
              <a:tr h="661035">
                <a:tc>
                  <a:txBody>
                    <a:bodyPr/>
                    <a:lstStyle/>
                    <a:p>
                      <a:r>
                        <a:rPr sz="1800" b="1">
                          <a:solidFill>
                            <a:srgbClr val="37313D"/>
                          </a:solidFill>
                          <a:latin typeface="Malgun Gothic"/>
                          <a:ea typeface="Malgun Gothic"/>
                          <a:cs typeface="Malgun Gothic"/>
                        </a:rPr>
                        <a:t>창 사용</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tc>
                  <a:txBody>
                    <a:bodyPr/>
                    <a:lstStyle/>
                    <a:p>
                      <a:r>
                        <a:rPr sz="1800" b="0">
                          <a:solidFill>
                            <a:srgbClr val="37313D"/>
                          </a:solidFill>
                          <a:latin typeface="Malgun Gothic"/>
                          <a:ea typeface="Malgun Gothic"/>
                          <a:cs typeface="Malgun Gothic"/>
                        </a:rPr>
                        <a:t>트레이 숨김·복원</a:t>
                      </a:r>
                    </a:p>
                  </a:txBody>
                  <a:tcPr anchor="ctr">
                    <a:lnL w="953">
                      <a:solidFill>
                        <a:srgbClr val="FFFFFF"/>
                      </a:solidFill>
                      <a:prstDash val="solid"/>
                    </a:lnL>
                    <a:lnR w="953">
                      <a:solidFill>
                        <a:srgbClr val="FFFFFF"/>
                      </a:solidFill>
                      <a:prstDash val="solid"/>
                    </a:lnR>
                    <a:lnT w="6191" cmpd="sng">
                      <a:solidFill>
                        <a:srgbClr val="E5DEE7"/>
                      </a:solidFill>
                      <a:prstDash val="solid"/>
                    </a:lnT>
                    <a:lnB w="6191">
                      <a:solidFill>
                        <a:srgbClr val="E5DEE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copy-65">
            <a:extLst>
              <a:ext uri="{FF2B5EF4-FFF2-40B4-BE49-F238E27FC236}">
                <a16:creationId xmlns:a16="http://schemas.microsoft.com/office/drawing/2014/main" id="{33A1E1AD-A935-4CC8-9CCE-832E497FB7D8}"/>
              </a:ext>
            </a:extLst>
          </p:cNvPr>
          <p:cNvSpPr>
            <a:spLocks noGrp="1"/>
          </p:cNvSpPr>
          <p:nvPr/>
        </p:nvSpPr>
        <p:spPr>
          <a:xfrm>
            <a:off x="800100" y="5934075"/>
            <a:ext cx="6387000"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00" b="1">
                <a:solidFill>
                  <a:srgbClr val="8E6077"/>
                </a:solidFill>
                <a:latin typeface="Malgun Gothic"/>
                <a:ea typeface="Malgun Gothic"/>
                <a:cs typeface="Malgun Gothic"/>
              </a:defRPr>
            </a:lvl1pPr>
            <a:lvl2pPr>
              <a:buNone/>
              <a:defRPr sz="1800" b="1">
                <a:solidFill>
                  <a:srgbClr val="8E6077"/>
                </a:solidFill>
                <a:latin typeface="Malgun Gothic"/>
                <a:ea typeface="Malgun Gothic"/>
                <a:cs typeface="Malgun Gothic"/>
              </a:defRPr>
            </a:lvl2pPr>
            <a:lvl3pPr>
              <a:buNone/>
              <a:defRPr sz="1800" b="1">
                <a:solidFill>
                  <a:srgbClr val="8E6077"/>
                </a:solidFill>
                <a:latin typeface="Malgun Gothic"/>
                <a:ea typeface="Malgun Gothic"/>
                <a:cs typeface="Malgun Gothic"/>
              </a:defRPr>
            </a:lvl3pPr>
            <a:lvl4pPr>
              <a:buNone/>
              <a:defRPr sz="1800" b="1">
                <a:solidFill>
                  <a:srgbClr val="8E6077"/>
                </a:solidFill>
                <a:latin typeface="Malgun Gothic"/>
                <a:ea typeface="Malgun Gothic"/>
                <a:cs typeface="Malgun Gothic"/>
              </a:defRPr>
            </a:lvl4pPr>
            <a:lvl5pPr>
              <a:buNone/>
              <a:defRPr sz="1800" b="1">
                <a:solidFill>
                  <a:srgbClr val="8E6077"/>
                </a:solidFill>
                <a:latin typeface="Malgun Gothic"/>
                <a:ea typeface="Malgun Gothic"/>
                <a:cs typeface="Malgun Gothic"/>
              </a:defRPr>
            </a:lvl5pPr>
            <a:lvl6pPr>
              <a:buNone/>
              <a:defRPr sz="1800" b="1">
                <a:solidFill>
                  <a:srgbClr val="8E6077"/>
                </a:solidFill>
                <a:latin typeface="Malgun Gothic"/>
                <a:ea typeface="Malgun Gothic"/>
                <a:cs typeface="Malgun Gothic"/>
              </a:defRPr>
            </a:lvl6pPr>
            <a:lvl7pPr>
              <a:buNone/>
              <a:defRPr sz="1800" b="1">
                <a:solidFill>
                  <a:srgbClr val="8E6077"/>
                </a:solidFill>
                <a:latin typeface="Malgun Gothic"/>
                <a:ea typeface="Malgun Gothic"/>
                <a:cs typeface="Malgun Gothic"/>
              </a:defRPr>
            </a:lvl7pPr>
            <a:lvl8pPr>
              <a:buNone/>
              <a:defRPr sz="1800" b="1">
                <a:solidFill>
                  <a:srgbClr val="8E6077"/>
                </a:solidFill>
                <a:latin typeface="Malgun Gothic"/>
                <a:ea typeface="Malgun Gothic"/>
                <a:cs typeface="Malgun Gothic"/>
              </a:defRPr>
            </a:lvl8pPr>
            <a:lvl9pPr>
              <a:buNone/>
              <a:defRPr sz="1800" b="1">
                <a:solidFill>
                  <a:srgbClr val="8E60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백업을 내보내도 원본 기록은 유지</a:t>
            </a:r>
          </a:p>
        </p:txBody>
      </p:sp>
      <p:sp>
        <p:nvSpPr>
          <p:cNvPr id="6" name="copy-66">
            <a:extLst>
              <a:ext uri="{FF2B5EF4-FFF2-40B4-BE49-F238E27FC236}">
                <a16:creationId xmlns:a16="http://schemas.microsoft.com/office/drawing/2014/main" id="{788D09B1-B87E-4DC7-8723-EC90383C23D8}"/>
              </a:ext>
            </a:extLst>
          </p:cNvPr>
          <p:cNvSpPr>
            <a:spLocks noGrp="1"/>
          </p:cNvSpPr>
          <p:nvPr/>
        </p:nvSpPr>
        <p:spPr>
          <a:xfrm>
            <a:off x="7992000" y="1695450"/>
            <a:ext cx="3589200" cy="466725"/>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175" b="1">
                <a:solidFill>
                  <a:srgbClr val="8E6077"/>
                </a:solidFill>
                <a:latin typeface="Malgun Gothic"/>
                <a:ea typeface="Malgun Gothic"/>
                <a:cs typeface="Malgun Gothic"/>
              </a:defRPr>
            </a:lvl1pPr>
            <a:lvl2pPr>
              <a:buNone/>
              <a:defRPr sz="2175" b="1">
                <a:solidFill>
                  <a:srgbClr val="8E6077"/>
                </a:solidFill>
                <a:latin typeface="Malgun Gothic"/>
                <a:ea typeface="Malgun Gothic"/>
                <a:cs typeface="Malgun Gothic"/>
              </a:defRPr>
            </a:lvl2pPr>
            <a:lvl3pPr>
              <a:buNone/>
              <a:defRPr sz="2175" b="1">
                <a:solidFill>
                  <a:srgbClr val="8E6077"/>
                </a:solidFill>
                <a:latin typeface="Malgun Gothic"/>
                <a:ea typeface="Malgun Gothic"/>
                <a:cs typeface="Malgun Gothic"/>
              </a:defRPr>
            </a:lvl3pPr>
            <a:lvl4pPr>
              <a:buNone/>
              <a:defRPr sz="2175" b="1">
                <a:solidFill>
                  <a:srgbClr val="8E6077"/>
                </a:solidFill>
                <a:latin typeface="Malgun Gothic"/>
                <a:ea typeface="Malgun Gothic"/>
                <a:cs typeface="Malgun Gothic"/>
              </a:defRPr>
            </a:lvl4pPr>
            <a:lvl5pPr>
              <a:buNone/>
              <a:defRPr sz="2175" b="1">
                <a:solidFill>
                  <a:srgbClr val="8E6077"/>
                </a:solidFill>
                <a:latin typeface="Malgun Gothic"/>
                <a:ea typeface="Malgun Gothic"/>
                <a:cs typeface="Malgun Gothic"/>
              </a:defRPr>
            </a:lvl5pPr>
            <a:lvl6pPr>
              <a:buNone/>
              <a:defRPr sz="2175" b="1">
                <a:solidFill>
                  <a:srgbClr val="8E6077"/>
                </a:solidFill>
                <a:latin typeface="Malgun Gothic"/>
                <a:ea typeface="Malgun Gothic"/>
                <a:cs typeface="Malgun Gothic"/>
              </a:defRPr>
            </a:lvl6pPr>
            <a:lvl7pPr>
              <a:buNone/>
              <a:defRPr sz="2175" b="1">
                <a:solidFill>
                  <a:srgbClr val="8E6077"/>
                </a:solidFill>
                <a:latin typeface="Malgun Gothic"/>
                <a:ea typeface="Malgun Gothic"/>
                <a:cs typeface="Malgun Gothic"/>
              </a:defRPr>
            </a:lvl7pPr>
            <a:lvl8pPr>
              <a:buNone/>
              <a:defRPr sz="2175" b="1">
                <a:solidFill>
                  <a:srgbClr val="8E6077"/>
                </a:solidFill>
                <a:latin typeface="Malgun Gothic"/>
                <a:ea typeface="Malgun Gothic"/>
                <a:cs typeface="Malgun Gothic"/>
              </a:defRPr>
            </a:lvl8pPr>
            <a:lvl9pPr>
              <a:buNone/>
              <a:defRPr sz="217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역할 분담</a:t>
            </a:r>
          </a:p>
        </p:txBody>
      </p:sp>
      <p:sp>
        <p:nvSpPr>
          <p:cNvPr id="7" name="copy-67">
            <a:extLst>
              <a:ext uri="{FF2B5EF4-FFF2-40B4-BE49-F238E27FC236}">
                <a16:creationId xmlns:a16="http://schemas.microsoft.com/office/drawing/2014/main" id="{25F050DB-CB9D-4192-ACA6-89798C5566A3}"/>
              </a:ext>
            </a:extLst>
          </p:cNvPr>
          <p:cNvSpPr>
            <a:spLocks noGrp="1"/>
          </p:cNvSpPr>
          <p:nvPr/>
        </p:nvSpPr>
        <p:spPr>
          <a:xfrm>
            <a:off x="7992000" y="2409825"/>
            <a:ext cx="35892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75" b="1">
                <a:solidFill>
                  <a:srgbClr val="37313D"/>
                </a:solidFill>
                <a:latin typeface="Malgun Gothic"/>
                <a:ea typeface="Malgun Gothic"/>
                <a:cs typeface="Malgun Gothic"/>
              </a:defRPr>
            </a:lvl1pPr>
            <a:lvl2pPr>
              <a:buNone/>
              <a:defRPr sz="2175" b="1">
                <a:solidFill>
                  <a:srgbClr val="37313D"/>
                </a:solidFill>
                <a:latin typeface="Malgun Gothic"/>
                <a:ea typeface="Malgun Gothic"/>
                <a:cs typeface="Malgun Gothic"/>
              </a:defRPr>
            </a:lvl2pPr>
            <a:lvl3pPr>
              <a:buNone/>
              <a:defRPr sz="2175" b="1">
                <a:solidFill>
                  <a:srgbClr val="37313D"/>
                </a:solidFill>
                <a:latin typeface="Malgun Gothic"/>
                <a:ea typeface="Malgun Gothic"/>
                <a:cs typeface="Malgun Gothic"/>
              </a:defRPr>
            </a:lvl3pPr>
            <a:lvl4pPr>
              <a:buNone/>
              <a:defRPr sz="2175" b="1">
                <a:solidFill>
                  <a:srgbClr val="37313D"/>
                </a:solidFill>
                <a:latin typeface="Malgun Gothic"/>
                <a:ea typeface="Malgun Gothic"/>
                <a:cs typeface="Malgun Gothic"/>
              </a:defRPr>
            </a:lvl4pPr>
            <a:lvl5pPr>
              <a:buNone/>
              <a:defRPr sz="2175" b="1">
                <a:solidFill>
                  <a:srgbClr val="37313D"/>
                </a:solidFill>
                <a:latin typeface="Malgun Gothic"/>
                <a:ea typeface="Malgun Gothic"/>
                <a:cs typeface="Malgun Gothic"/>
              </a:defRPr>
            </a:lvl5pPr>
            <a:lvl6pPr>
              <a:buNone/>
              <a:defRPr sz="2175" b="1">
                <a:solidFill>
                  <a:srgbClr val="37313D"/>
                </a:solidFill>
                <a:latin typeface="Malgun Gothic"/>
                <a:ea typeface="Malgun Gothic"/>
                <a:cs typeface="Malgun Gothic"/>
              </a:defRPr>
            </a:lvl6pPr>
            <a:lvl7pPr>
              <a:buNone/>
              <a:defRPr sz="2175" b="1">
                <a:solidFill>
                  <a:srgbClr val="37313D"/>
                </a:solidFill>
                <a:latin typeface="Malgun Gothic"/>
                <a:ea typeface="Malgun Gothic"/>
                <a:cs typeface="Malgun Gothic"/>
              </a:defRPr>
            </a:lvl7pPr>
            <a:lvl8pPr>
              <a:buNone/>
              <a:defRPr sz="2175" b="1">
                <a:solidFill>
                  <a:srgbClr val="37313D"/>
                </a:solidFill>
                <a:latin typeface="Malgun Gothic"/>
                <a:ea typeface="Malgun Gothic"/>
                <a:cs typeface="Malgun Gothic"/>
              </a:defRPr>
            </a:lvl8pPr>
            <a:lvl9pPr>
              <a:buNone/>
              <a:defRPr sz="2175"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기획·검증: 본인</a:t>
            </a:r>
          </a:p>
        </p:txBody>
      </p:sp>
      <p:sp>
        <p:nvSpPr>
          <p:cNvPr id="8" name="copy-68">
            <a:extLst>
              <a:ext uri="{FF2B5EF4-FFF2-40B4-BE49-F238E27FC236}">
                <a16:creationId xmlns:a16="http://schemas.microsoft.com/office/drawing/2014/main" id="{5FC9D26A-20B0-44DA-984D-FA83FB3809DB}"/>
              </a:ext>
            </a:extLst>
          </p:cNvPr>
          <p:cNvSpPr>
            <a:spLocks noGrp="1"/>
          </p:cNvSpPr>
          <p:nvPr/>
        </p:nvSpPr>
        <p:spPr>
          <a:xfrm>
            <a:off x="7992000" y="3009900"/>
            <a:ext cx="3589200" cy="952500"/>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950">
                <a:solidFill>
                  <a:srgbClr val="37313D"/>
                </a:solidFill>
                <a:latin typeface="Malgun Gothic"/>
                <a:ea typeface="Malgun Gothic"/>
                <a:cs typeface="Malgun Gothic"/>
              </a:defRPr>
            </a:lvl1pPr>
            <a:lvl2pPr>
              <a:buNone/>
              <a:defRPr sz="1950">
                <a:solidFill>
                  <a:srgbClr val="37313D"/>
                </a:solidFill>
                <a:latin typeface="Malgun Gothic"/>
                <a:ea typeface="Malgun Gothic"/>
                <a:cs typeface="Malgun Gothic"/>
              </a:defRPr>
            </a:lvl2pPr>
            <a:lvl3pPr>
              <a:buNone/>
              <a:defRPr sz="1950">
                <a:solidFill>
                  <a:srgbClr val="37313D"/>
                </a:solidFill>
                <a:latin typeface="Malgun Gothic"/>
                <a:ea typeface="Malgun Gothic"/>
                <a:cs typeface="Malgun Gothic"/>
              </a:defRPr>
            </a:lvl3pPr>
            <a:lvl4pPr>
              <a:buNone/>
              <a:defRPr sz="1950">
                <a:solidFill>
                  <a:srgbClr val="37313D"/>
                </a:solidFill>
                <a:latin typeface="Malgun Gothic"/>
                <a:ea typeface="Malgun Gothic"/>
                <a:cs typeface="Malgun Gothic"/>
              </a:defRPr>
            </a:lvl4pPr>
            <a:lvl5pPr>
              <a:buNone/>
              <a:defRPr sz="1950">
                <a:solidFill>
                  <a:srgbClr val="37313D"/>
                </a:solidFill>
                <a:latin typeface="Malgun Gothic"/>
                <a:ea typeface="Malgun Gothic"/>
                <a:cs typeface="Malgun Gothic"/>
              </a:defRPr>
            </a:lvl5pPr>
            <a:lvl6pPr>
              <a:buNone/>
              <a:defRPr sz="1950">
                <a:solidFill>
                  <a:srgbClr val="37313D"/>
                </a:solidFill>
                <a:latin typeface="Malgun Gothic"/>
                <a:ea typeface="Malgun Gothic"/>
                <a:cs typeface="Malgun Gothic"/>
              </a:defRPr>
            </a:lvl6pPr>
            <a:lvl7pPr>
              <a:buNone/>
              <a:defRPr sz="1950">
                <a:solidFill>
                  <a:srgbClr val="37313D"/>
                </a:solidFill>
                <a:latin typeface="Malgun Gothic"/>
                <a:ea typeface="Malgun Gothic"/>
                <a:cs typeface="Malgun Gothic"/>
              </a:defRPr>
            </a:lvl7pPr>
            <a:lvl8pPr>
              <a:buNone/>
              <a:defRPr sz="1950">
                <a:solidFill>
                  <a:srgbClr val="37313D"/>
                </a:solidFill>
                <a:latin typeface="Malgun Gothic"/>
                <a:ea typeface="Malgun Gothic"/>
                <a:cs typeface="Malgun Gothic"/>
              </a:defRPr>
            </a:lvl8pPr>
            <a:lvl9pPr>
              <a:buNone/>
              <a:defRPr sz="1950">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기능과 생활 규칙 결정</a:t>
            </a:r>
          </a:p>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직접 사용하며 결과 확인·피드백</a:t>
            </a:r>
          </a:p>
        </p:txBody>
      </p:sp>
      <p:sp>
        <p:nvSpPr>
          <p:cNvPr id="9" name="copy-69">
            <a:extLst>
              <a:ext uri="{FF2B5EF4-FFF2-40B4-BE49-F238E27FC236}">
                <a16:creationId xmlns:a16="http://schemas.microsoft.com/office/drawing/2014/main" id="{B7FEC08E-8BBC-4F28-92DB-D887C6EACCD4}"/>
              </a:ext>
            </a:extLst>
          </p:cNvPr>
          <p:cNvSpPr>
            <a:spLocks noGrp="1"/>
          </p:cNvSpPr>
          <p:nvPr/>
        </p:nvSpPr>
        <p:spPr>
          <a:xfrm>
            <a:off x="7992000" y="4229100"/>
            <a:ext cx="3589200" cy="41910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175" b="1">
                <a:solidFill>
                  <a:srgbClr val="37313D"/>
                </a:solidFill>
                <a:latin typeface="Malgun Gothic"/>
                <a:ea typeface="Malgun Gothic"/>
                <a:cs typeface="Malgun Gothic"/>
              </a:defRPr>
            </a:lvl1pPr>
            <a:lvl2pPr>
              <a:buNone/>
              <a:defRPr sz="2175" b="1">
                <a:solidFill>
                  <a:srgbClr val="37313D"/>
                </a:solidFill>
                <a:latin typeface="Malgun Gothic"/>
                <a:ea typeface="Malgun Gothic"/>
                <a:cs typeface="Malgun Gothic"/>
              </a:defRPr>
            </a:lvl2pPr>
            <a:lvl3pPr>
              <a:buNone/>
              <a:defRPr sz="2175" b="1">
                <a:solidFill>
                  <a:srgbClr val="37313D"/>
                </a:solidFill>
                <a:latin typeface="Malgun Gothic"/>
                <a:ea typeface="Malgun Gothic"/>
                <a:cs typeface="Malgun Gothic"/>
              </a:defRPr>
            </a:lvl3pPr>
            <a:lvl4pPr>
              <a:buNone/>
              <a:defRPr sz="2175" b="1">
                <a:solidFill>
                  <a:srgbClr val="37313D"/>
                </a:solidFill>
                <a:latin typeface="Malgun Gothic"/>
                <a:ea typeface="Malgun Gothic"/>
                <a:cs typeface="Malgun Gothic"/>
              </a:defRPr>
            </a:lvl4pPr>
            <a:lvl5pPr>
              <a:buNone/>
              <a:defRPr sz="2175" b="1">
                <a:solidFill>
                  <a:srgbClr val="37313D"/>
                </a:solidFill>
                <a:latin typeface="Malgun Gothic"/>
                <a:ea typeface="Malgun Gothic"/>
                <a:cs typeface="Malgun Gothic"/>
              </a:defRPr>
            </a:lvl5pPr>
            <a:lvl6pPr>
              <a:buNone/>
              <a:defRPr sz="2175" b="1">
                <a:solidFill>
                  <a:srgbClr val="37313D"/>
                </a:solidFill>
                <a:latin typeface="Malgun Gothic"/>
                <a:ea typeface="Malgun Gothic"/>
                <a:cs typeface="Malgun Gothic"/>
              </a:defRPr>
            </a:lvl6pPr>
            <a:lvl7pPr>
              <a:buNone/>
              <a:defRPr sz="2175" b="1">
                <a:solidFill>
                  <a:srgbClr val="37313D"/>
                </a:solidFill>
                <a:latin typeface="Malgun Gothic"/>
                <a:ea typeface="Malgun Gothic"/>
                <a:cs typeface="Malgun Gothic"/>
              </a:defRPr>
            </a:lvl7pPr>
            <a:lvl8pPr>
              <a:buNone/>
              <a:defRPr sz="2175" b="1">
                <a:solidFill>
                  <a:srgbClr val="37313D"/>
                </a:solidFill>
                <a:latin typeface="Malgun Gothic"/>
                <a:ea typeface="Malgun Gothic"/>
                <a:cs typeface="Malgun Gothic"/>
              </a:defRPr>
            </a:lvl8pPr>
            <a:lvl9pPr>
              <a:buNone/>
              <a:defRPr sz="2175"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개발 지원: AI</a:t>
            </a:r>
          </a:p>
        </p:txBody>
      </p:sp>
      <p:sp>
        <p:nvSpPr>
          <p:cNvPr id="10" name="copy-70">
            <a:extLst>
              <a:ext uri="{FF2B5EF4-FFF2-40B4-BE49-F238E27FC236}">
                <a16:creationId xmlns:a16="http://schemas.microsoft.com/office/drawing/2014/main" id="{FD26D3A4-42EB-40E0-9259-5710220CC9D3}"/>
              </a:ext>
            </a:extLst>
          </p:cNvPr>
          <p:cNvSpPr>
            <a:spLocks noGrp="1"/>
          </p:cNvSpPr>
          <p:nvPr/>
        </p:nvSpPr>
        <p:spPr>
          <a:xfrm>
            <a:off x="7992000" y="4810125"/>
            <a:ext cx="3589200" cy="1009650"/>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950">
                <a:solidFill>
                  <a:srgbClr val="37313D"/>
                </a:solidFill>
                <a:latin typeface="Malgun Gothic"/>
                <a:ea typeface="Malgun Gothic"/>
                <a:cs typeface="Malgun Gothic"/>
              </a:defRPr>
            </a:lvl1pPr>
            <a:lvl2pPr>
              <a:buNone/>
              <a:defRPr sz="1950">
                <a:solidFill>
                  <a:srgbClr val="37313D"/>
                </a:solidFill>
                <a:latin typeface="Malgun Gothic"/>
                <a:ea typeface="Malgun Gothic"/>
                <a:cs typeface="Malgun Gothic"/>
              </a:defRPr>
            </a:lvl2pPr>
            <a:lvl3pPr>
              <a:buNone/>
              <a:defRPr sz="1950">
                <a:solidFill>
                  <a:srgbClr val="37313D"/>
                </a:solidFill>
                <a:latin typeface="Malgun Gothic"/>
                <a:ea typeface="Malgun Gothic"/>
                <a:cs typeface="Malgun Gothic"/>
              </a:defRPr>
            </a:lvl3pPr>
            <a:lvl4pPr>
              <a:buNone/>
              <a:defRPr sz="1950">
                <a:solidFill>
                  <a:srgbClr val="37313D"/>
                </a:solidFill>
                <a:latin typeface="Malgun Gothic"/>
                <a:ea typeface="Malgun Gothic"/>
                <a:cs typeface="Malgun Gothic"/>
              </a:defRPr>
            </a:lvl4pPr>
            <a:lvl5pPr>
              <a:buNone/>
              <a:defRPr sz="1950">
                <a:solidFill>
                  <a:srgbClr val="37313D"/>
                </a:solidFill>
                <a:latin typeface="Malgun Gothic"/>
                <a:ea typeface="Malgun Gothic"/>
                <a:cs typeface="Malgun Gothic"/>
              </a:defRPr>
            </a:lvl5pPr>
            <a:lvl6pPr>
              <a:buNone/>
              <a:defRPr sz="1950">
                <a:solidFill>
                  <a:srgbClr val="37313D"/>
                </a:solidFill>
                <a:latin typeface="Malgun Gothic"/>
                <a:ea typeface="Malgun Gothic"/>
                <a:cs typeface="Malgun Gothic"/>
              </a:defRPr>
            </a:lvl6pPr>
            <a:lvl7pPr>
              <a:buNone/>
              <a:defRPr sz="1950">
                <a:solidFill>
                  <a:srgbClr val="37313D"/>
                </a:solidFill>
                <a:latin typeface="Malgun Gothic"/>
                <a:ea typeface="Malgun Gothic"/>
                <a:cs typeface="Malgun Gothic"/>
              </a:defRPr>
            </a:lvl7pPr>
            <a:lvl8pPr>
              <a:buNone/>
              <a:defRPr sz="1950">
                <a:solidFill>
                  <a:srgbClr val="37313D"/>
                </a:solidFill>
                <a:latin typeface="Malgun Gothic"/>
                <a:ea typeface="Malgun Gothic"/>
                <a:cs typeface="Malgun Gothic"/>
              </a:defRPr>
            </a:lvl8pPr>
            <a:lvl9pPr>
              <a:buNone/>
              <a:defRPr sz="1950">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요구 정리와 코드 작성·수정</a:t>
            </a:r>
          </a:p>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디자인 검토와 검사 자동화 지원</a:t>
            </a:r>
          </a:p>
        </p:txBody>
      </p:sp>
      <p:sp>
        <p:nvSpPr>
          <p:cNvPr id="11" name="copy-71">
            <a:extLst>
              <a:ext uri="{FF2B5EF4-FFF2-40B4-BE49-F238E27FC236}">
                <a16:creationId xmlns:a16="http://schemas.microsoft.com/office/drawing/2014/main" id="{3A2B4A91-4925-48A1-8848-FEDB519E0D36}"/>
              </a:ext>
            </a:extLst>
          </p:cNvPr>
          <p:cNvSpPr>
            <a:spLocks noGrp="1"/>
          </p:cNvSpPr>
          <p:nvPr/>
        </p:nvSpPr>
        <p:spPr>
          <a:xfrm>
            <a:off x="8182500" y="5934075"/>
            <a:ext cx="3208200"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725" b="1">
                <a:solidFill>
                  <a:srgbClr val="8E6077"/>
                </a:solidFill>
                <a:latin typeface="Malgun Gothic"/>
                <a:ea typeface="Malgun Gothic"/>
                <a:cs typeface="Malgun Gothic"/>
              </a:defRPr>
            </a:lvl1pPr>
            <a:lvl2pPr>
              <a:buNone/>
              <a:defRPr sz="1725" b="1">
                <a:solidFill>
                  <a:srgbClr val="8E6077"/>
                </a:solidFill>
                <a:latin typeface="Malgun Gothic"/>
                <a:ea typeface="Malgun Gothic"/>
                <a:cs typeface="Malgun Gothic"/>
              </a:defRPr>
            </a:lvl2pPr>
            <a:lvl3pPr>
              <a:buNone/>
              <a:defRPr sz="1725" b="1">
                <a:solidFill>
                  <a:srgbClr val="8E6077"/>
                </a:solidFill>
                <a:latin typeface="Malgun Gothic"/>
                <a:ea typeface="Malgun Gothic"/>
                <a:cs typeface="Malgun Gothic"/>
              </a:defRPr>
            </a:lvl3pPr>
            <a:lvl4pPr>
              <a:buNone/>
              <a:defRPr sz="1725" b="1">
                <a:solidFill>
                  <a:srgbClr val="8E6077"/>
                </a:solidFill>
                <a:latin typeface="Malgun Gothic"/>
                <a:ea typeface="Malgun Gothic"/>
                <a:cs typeface="Malgun Gothic"/>
              </a:defRPr>
            </a:lvl4pPr>
            <a:lvl5pPr>
              <a:buNone/>
              <a:defRPr sz="1725" b="1">
                <a:solidFill>
                  <a:srgbClr val="8E6077"/>
                </a:solidFill>
                <a:latin typeface="Malgun Gothic"/>
                <a:ea typeface="Malgun Gothic"/>
                <a:cs typeface="Malgun Gothic"/>
              </a:defRPr>
            </a:lvl5pPr>
            <a:lvl6pPr>
              <a:buNone/>
              <a:defRPr sz="1725" b="1">
                <a:solidFill>
                  <a:srgbClr val="8E6077"/>
                </a:solidFill>
                <a:latin typeface="Malgun Gothic"/>
                <a:ea typeface="Malgun Gothic"/>
                <a:cs typeface="Malgun Gothic"/>
              </a:defRPr>
            </a:lvl6pPr>
            <a:lvl7pPr>
              <a:buNone/>
              <a:defRPr sz="1725" b="1">
                <a:solidFill>
                  <a:srgbClr val="8E6077"/>
                </a:solidFill>
                <a:latin typeface="Malgun Gothic"/>
                <a:ea typeface="Malgun Gothic"/>
                <a:cs typeface="Malgun Gothic"/>
              </a:defRPr>
            </a:lvl7pPr>
            <a:lvl8pPr>
              <a:buNone/>
              <a:defRPr sz="1725" b="1">
                <a:solidFill>
                  <a:srgbClr val="8E6077"/>
                </a:solidFill>
                <a:latin typeface="Malgun Gothic"/>
                <a:ea typeface="Malgun Gothic"/>
                <a:cs typeface="Malgun Gothic"/>
              </a:defRPr>
            </a:lvl8pPr>
            <a:lvl9pPr>
              <a:buNone/>
              <a:defRPr sz="1725" b="1">
                <a:solidFill>
                  <a:srgbClr val="8E6077"/>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AI 제안은 직접 검토 후 적용</a:t>
            </a:r>
          </a:p>
        </p:txBody>
      </p:sp>
      <p:sp>
        <p:nvSpPr>
          <p:cNvPr id="14" name="brand-footer-9">
            <a:extLst>
              <a:ext uri="{FF2B5EF4-FFF2-40B4-BE49-F238E27FC236}">
                <a16:creationId xmlns:a16="http://schemas.microsoft.com/office/drawing/2014/main" id="{353CA803-329F-4943-AE7F-F32C497977C3}"/>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157666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4F64"/>
        </a:solidFill>
        <a:effectLst/>
      </p:bgPr>
    </p:bg>
    <p:spTree>
      <p:nvGrpSpPr>
        <p:cNvPr id="1" name=""/>
        <p:cNvGrpSpPr/>
        <p:nvPr/>
      </p:nvGrpSpPr>
      <p:grpSpPr>
        <a:xfrm>
          <a:off x="0" y="0"/>
          <a:ext cx="0" cy="0"/>
          <a:chOff x="0" y="0"/>
          <a:chExt cx="0" cy="0"/>
        </a:xfrm>
      </p:grpSpPr>
      <p:sp>
        <p:nvSpPr>
          <p:cNvPr id="13" name="copy-72">
            <a:extLst>
              <a:ext uri="{FF2B5EF4-FFF2-40B4-BE49-F238E27FC236}">
                <a16:creationId xmlns:a16="http://schemas.microsoft.com/office/drawing/2014/main" id="{A78276CF-9DF0-48AA-927B-EA4B034D7DF2}"/>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FFF9FC"/>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FFF9FC"/>
                </a:solidFill>
                <a:latin typeface="Bahnschrift"/>
                <a:ea typeface="Bahnschrift"/>
                <a:cs typeface="Bahnschrift"/>
              </a:defRPr>
            </a:pPr>
            <a:r>
              <a:rPr sz="2200">
                <a:solidFill>
                  <a:srgbClr val="FFF9FC"/>
                </a:solidFill>
                <a:latin typeface="Bahnschrift"/>
                <a:ea typeface="Bahnschrift"/>
                <a:cs typeface="Bahnschrift"/>
              </a:rPr>
              <a:t>10</a:t>
            </a:r>
          </a:p>
        </p:txBody>
      </p:sp>
      <p:sp>
        <p:nvSpPr>
          <p:cNvPr id="2" name="title-10">
            <a:extLst>
              <a:ext uri="{FF2B5EF4-FFF2-40B4-BE49-F238E27FC236}">
                <a16:creationId xmlns:a16="http://schemas.microsoft.com/office/drawing/2014/main" id="{AAAC3DA1-73A2-484A-B205-562DB1FEC559}"/>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FFF9FC"/>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FFF9FC"/>
                </a:solidFill>
                <a:latin typeface="Malgun Gothic"/>
                <a:ea typeface="Malgun Gothic"/>
                <a:cs typeface="Malgun Gothic"/>
              </a:defRPr>
            </a:pPr>
            <a:r>
              <a:rPr sz="3300" b="1">
                <a:solidFill>
                  <a:srgbClr val="FFF9FC"/>
                </a:solidFill>
                <a:latin typeface="Malgun Gothic"/>
                <a:ea typeface="Malgun Gothic"/>
                <a:cs typeface="Malgun Gothic"/>
              </a:rPr>
              <a:t>검증 결과와 확인 범위</a:t>
            </a:r>
          </a:p>
        </p:txBody>
      </p:sp>
      <p:sp>
        <p:nvSpPr>
          <p:cNvPr id="3" name="copy-73">
            <a:extLst>
              <a:ext uri="{FF2B5EF4-FFF2-40B4-BE49-F238E27FC236}">
                <a16:creationId xmlns:a16="http://schemas.microsoft.com/office/drawing/2014/main" id="{A08FEC7F-DB19-4F98-9FE7-DB04BDC66EEA}"/>
              </a:ext>
            </a:extLst>
          </p:cNvPr>
          <p:cNvSpPr>
            <a:spLocks noGrp="1"/>
          </p:cNvSpPr>
          <p:nvPr/>
        </p:nvSpPr>
        <p:spPr>
          <a:xfrm>
            <a:off x="609600" y="1457325"/>
            <a:ext cx="4648200" cy="1990725"/>
          </a:xfrm>
          <a:prstGeom prst="rect">
            <a:avLst/>
          </a:prstGeom>
          <a:noFill/>
          <a:ln w="0">
            <a:noFill/>
          </a:ln>
        </p:spPr>
        <p:txBody>
          <a:bodyPr wrap="none" lIns="0" tIns="0" rIns="0" bIns="0" anchor="t">
            <a:noAutofit/>
          </a:bodyPr>
          <a:lstStyle>
            <a:defPPr>
              <a:defRPr sz="12450" b="1">
                <a:solidFill>
                  <a:srgbClr val="F1CDDE"/>
                </a:solidFill>
                <a:latin typeface="Bahnschrift"/>
                <a:ea typeface="Bahnschrift"/>
                <a:cs typeface="Bahnschrift"/>
              </a:defRPr>
            </a:defPPr>
            <a:lvl1pPr>
              <a:buNone/>
              <a:defRPr sz="12450" b="1">
                <a:solidFill>
                  <a:srgbClr val="8E6077"/>
                </a:solidFill>
                <a:latin typeface="Bahnschrift"/>
                <a:ea typeface="Bahnschrift"/>
                <a:cs typeface="Bahnschrift"/>
              </a:defRPr>
            </a:lvl1pPr>
            <a:lvl2pPr>
              <a:buNone/>
              <a:defRPr sz="12450" b="1">
                <a:solidFill>
                  <a:srgbClr val="8E6077"/>
                </a:solidFill>
                <a:latin typeface="Bahnschrift"/>
                <a:ea typeface="Bahnschrift"/>
                <a:cs typeface="Bahnschrift"/>
              </a:defRPr>
            </a:lvl2pPr>
            <a:lvl3pPr>
              <a:buNone/>
              <a:defRPr sz="12450" b="1">
                <a:solidFill>
                  <a:srgbClr val="8E6077"/>
                </a:solidFill>
                <a:latin typeface="Bahnschrift"/>
                <a:ea typeface="Bahnschrift"/>
                <a:cs typeface="Bahnschrift"/>
              </a:defRPr>
            </a:lvl3pPr>
            <a:lvl4pPr>
              <a:buNone/>
              <a:defRPr sz="12450" b="1">
                <a:solidFill>
                  <a:srgbClr val="8E6077"/>
                </a:solidFill>
                <a:latin typeface="Bahnschrift"/>
                <a:ea typeface="Bahnschrift"/>
                <a:cs typeface="Bahnschrift"/>
              </a:defRPr>
            </a:lvl4pPr>
            <a:lvl5pPr>
              <a:buNone/>
              <a:defRPr sz="12450" b="1">
                <a:solidFill>
                  <a:srgbClr val="8E6077"/>
                </a:solidFill>
                <a:latin typeface="Bahnschrift"/>
                <a:ea typeface="Bahnschrift"/>
                <a:cs typeface="Bahnschrift"/>
              </a:defRPr>
            </a:lvl5pPr>
            <a:lvl6pPr>
              <a:buNone/>
              <a:defRPr sz="12450" b="1">
                <a:solidFill>
                  <a:srgbClr val="8E6077"/>
                </a:solidFill>
                <a:latin typeface="Bahnschrift"/>
                <a:ea typeface="Bahnschrift"/>
                <a:cs typeface="Bahnschrift"/>
              </a:defRPr>
            </a:lvl6pPr>
            <a:lvl7pPr>
              <a:buNone/>
              <a:defRPr sz="12450" b="1">
                <a:solidFill>
                  <a:srgbClr val="8E6077"/>
                </a:solidFill>
                <a:latin typeface="Bahnschrift"/>
                <a:ea typeface="Bahnschrift"/>
                <a:cs typeface="Bahnschrift"/>
              </a:defRPr>
            </a:lvl7pPr>
            <a:lvl8pPr>
              <a:buNone/>
              <a:defRPr sz="12450" b="1">
                <a:solidFill>
                  <a:srgbClr val="8E6077"/>
                </a:solidFill>
                <a:latin typeface="Bahnschrift"/>
                <a:ea typeface="Bahnschrift"/>
                <a:cs typeface="Bahnschrift"/>
              </a:defRPr>
            </a:lvl8pPr>
            <a:lvl9pPr>
              <a:buNone/>
              <a:defRPr sz="12450" b="1">
                <a:solidFill>
                  <a:srgbClr val="8E6077"/>
                </a:solidFill>
                <a:latin typeface="Bahnschrift"/>
                <a:ea typeface="Bahnschrift"/>
                <a:cs typeface="Bahnschrift"/>
              </a:defRPr>
            </a:lvl9pPr>
          </a:lstStyle>
          <a:p>
            <a:pPr>
              <a:buNone/>
              <a:defRPr sz="12450" b="1">
                <a:solidFill>
                  <a:srgbClr val="F1CDDE"/>
                </a:solidFill>
                <a:latin typeface="Bahnschrift"/>
                <a:ea typeface="Bahnschrift"/>
                <a:cs typeface="Bahnschrift"/>
              </a:defRPr>
            </a:pPr>
            <a:r>
              <a:rPr sz="12450" b="1">
                <a:solidFill>
                  <a:srgbClr val="F1CDDE"/>
                </a:solidFill>
                <a:latin typeface="Bahnschrift"/>
                <a:ea typeface="Bahnschrift"/>
                <a:cs typeface="Bahnschrift"/>
              </a:rPr>
              <a:t>879</a:t>
            </a:r>
          </a:p>
        </p:txBody>
      </p:sp>
      <p:sp>
        <p:nvSpPr>
          <p:cNvPr id="4" name="copy-74">
            <a:extLst>
              <a:ext uri="{FF2B5EF4-FFF2-40B4-BE49-F238E27FC236}">
                <a16:creationId xmlns:a16="http://schemas.microsoft.com/office/drawing/2014/main" id="{DECBCBAD-A25D-47FC-ACC7-2B864E9DBBB9}"/>
              </a:ext>
            </a:extLst>
          </p:cNvPr>
          <p:cNvSpPr>
            <a:spLocks noGrp="1"/>
          </p:cNvSpPr>
          <p:nvPr/>
        </p:nvSpPr>
        <p:spPr>
          <a:xfrm>
            <a:off x="609600" y="3533775"/>
            <a:ext cx="4648200" cy="476250"/>
          </a:xfrm>
          <a:prstGeom prst="rect">
            <a:avLst/>
          </a:prstGeom>
          <a:noFill/>
          <a:ln w="0">
            <a:noFill/>
          </a:ln>
        </p:spPr>
        <p:txBody>
          <a:bodyPr wrap="square" lIns="0" tIns="0" rIns="0" bIns="0" anchor="t">
            <a:noAutofit/>
          </a:bodyPr>
          <a:lstStyle>
            <a:defPPr>
              <a:defRPr sz="2200" b="1">
                <a:solidFill>
                  <a:srgbClr val="FFF9FC"/>
                </a:solidFill>
                <a:latin typeface="Malgun Gothic"/>
                <a:ea typeface="Malgun Gothic"/>
                <a:cs typeface="Malgun Gothic"/>
              </a:defRPr>
            </a:defPPr>
            <a:lvl1pPr>
              <a:buNone/>
              <a:defRPr sz="2250" b="1">
                <a:solidFill>
                  <a:srgbClr val="37313D"/>
                </a:solidFill>
                <a:latin typeface="Malgun Gothic"/>
                <a:ea typeface="Malgun Gothic"/>
                <a:cs typeface="Malgun Gothic"/>
              </a:defRPr>
            </a:lvl1pPr>
            <a:lvl2pPr>
              <a:buNone/>
              <a:defRPr sz="2250" b="1">
                <a:solidFill>
                  <a:srgbClr val="37313D"/>
                </a:solidFill>
                <a:latin typeface="Malgun Gothic"/>
                <a:ea typeface="Malgun Gothic"/>
                <a:cs typeface="Malgun Gothic"/>
              </a:defRPr>
            </a:lvl2pPr>
            <a:lvl3pPr>
              <a:buNone/>
              <a:defRPr sz="2250" b="1">
                <a:solidFill>
                  <a:srgbClr val="37313D"/>
                </a:solidFill>
                <a:latin typeface="Malgun Gothic"/>
                <a:ea typeface="Malgun Gothic"/>
                <a:cs typeface="Malgun Gothic"/>
              </a:defRPr>
            </a:lvl3pPr>
            <a:lvl4pPr>
              <a:buNone/>
              <a:defRPr sz="2250" b="1">
                <a:solidFill>
                  <a:srgbClr val="37313D"/>
                </a:solidFill>
                <a:latin typeface="Malgun Gothic"/>
                <a:ea typeface="Malgun Gothic"/>
                <a:cs typeface="Malgun Gothic"/>
              </a:defRPr>
            </a:lvl4pPr>
            <a:lvl5pPr>
              <a:buNone/>
              <a:defRPr sz="2250" b="1">
                <a:solidFill>
                  <a:srgbClr val="37313D"/>
                </a:solidFill>
                <a:latin typeface="Malgun Gothic"/>
                <a:ea typeface="Malgun Gothic"/>
                <a:cs typeface="Malgun Gothic"/>
              </a:defRPr>
            </a:lvl5pPr>
            <a:lvl6pPr>
              <a:buNone/>
              <a:defRPr sz="2250" b="1">
                <a:solidFill>
                  <a:srgbClr val="37313D"/>
                </a:solidFill>
                <a:latin typeface="Malgun Gothic"/>
                <a:ea typeface="Malgun Gothic"/>
                <a:cs typeface="Malgun Gothic"/>
              </a:defRPr>
            </a:lvl6pPr>
            <a:lvl7pPr>
              <a:buNone/>
              <a:defRPr sz="2250" b="1">
                <a:solidFill>
                  <a:srgbClr val="37313D"/>
                </a:solidFill>
                <a:latin typeface="Malgun Gothic"/>
                <a:ea typeface="Malgun Gothic"/>
                <a:cs typeface="Malgun Gothic"/>
              </a:defRPr>
            </a:lvl7pPr>
            <a:lvl8pPr>
              <a:buNone/>
              <a:defRPr sz="2250" b="1">
                <a:solidFill>
                  <a:srgbClr val="37313D"/>
                </a:solidFill>
                <a:latin typeface="Malgun Gothic"/>
                <a:ea typeface="Malgun Gothic"/>
                <a:cs typeface="Malgun Gothic"/>
              </a:defRPr>
            </a:lvl8pPr>
            <a:lvl9pPr>
              <a:buNone/>
              <a:defRPr sz="2250" b="1">
                <a:solidFill>
                  <a:srgbClr val="37313D"/>
                </a:solidFill>
                <a:latin typeface="Malgun Gothic"/>
                <a:ea typeface="Malgun Gothic"/>
                <a:cs typeface="Malgun Gothic"/>
              </a:defRPr>
            </a:lvl9pPr>
          </a:lstStyle>
          <a:p>
            <a:pPr>
              <a:buNone/>
              <a:defRPr sz="2200" b="1">
                <a:solidFill>
                  <a:srgbClr val="FFF9FC"/>
                </a:solidFill>
                <a:latin typeface="Malgun Gothic"/>
                <a:ea typeface="Malgun Gothic"/>
                <a:cs typeface="Malgun Gothic"/>
              </a:defRPr>
            </a:pPr>
            <a:r>
              <a:rPr sz="2200" b="1">
                <a:solidFill>
                  <a:srgbClr val="FFF9FC"/>
                </a:solidFill>
                <a:latin typeface="Malgun Gothic"/>
                <a:ea typeface="Malgun Gothic"/>
                <a:cs typeface="Malgun Gothic"/>
              </a:rPr>
              <a:t>화면·기능 자동 검사 통과</a:t>
            </a:r>
          </a:p>
        </p:txBody>
      </p:sp>
      <p:sp>
        <p:nvSpPr>
          <p:cNvPr id="5" name="copy-75">
            <a:extLst>
              <a:ext uri="{FF2B5EF4-FFF2-40B4-BE49-F238E27FC236}">
                <a16:creationId xmlns:a16="http://schemas.microsoft.com/office/drawing/2014/main" id="{09830EE8-5DFD-4844-AB83-92696A138009}"/>
              </a:ext>
            </a:extLst>
          </p:cNvPr>
          <p:cNvSpPr>
            <a:spLocks noGrp="1"/>
          </p:cNvSpPr>
          <p:nvPr/>
        </p:nvSpPr>
        <p:spPr>
          <a:xfrm>
            <a:off x="609600" y="4171950"/>
            <a:ext cx="4648200" cy="571500"/>
          </a:xfrm>
          <a:prstGeom prst="rect">
            <a:avLst/>
          </a:prstGeom>
          <a:noFill/>
          <a:ln w="0">
            <a:noFill/>
          </a:ln>
        </p:spPr>
        <p:txBody>
          <a:bodyPr wrap="square" lIns="0" tIns="0" rIns="0" bIns="0" anchor="t">
            <a:noAutofit/>
          </a:bodyPr>
          <a:lstStyle>
            <a:defPPr>
              <a:defRPr sz="1800">
                <a:solidFill>
                  <a:srgbClr val="FFF9FC"/>
                </a:solidFill>
                <a:latin typeface="Malgun Gothic"/>
                <a:ea typeface="Malgun Gothic"/>
                <a:cs typeface="Malgun Gothic"/>
              </a:defRPr>
            </a:defPPr>
            <a:lvl1pPr>
              <a:buNone/>
              <a:defRPr sz="1875">
                <a:solidFill>
                  <a:srgbClr val="716877"/>
                </a:solidFill>
                <a:latin typeface="Malgun Gothic"/>
                <a:ea typeface="Malgun Gothic"/>
                <a:cs typeface="Malgun Gothic"/>
              </a:defRPr>
            </a:lvl1pPr>
            <a:lvl2pPr>
              <a:buNone/>
              <a:defRPr sz="1875">
                <a:solidFill>
                  <a:srgbClr val="716877"/>
                </a:solidFill>
                <a:latin typeface="Malgun Gothic"/>
                <a:ea typeface="Malgun Gothic"/>
                <a:cs typeface="Malgun Gothic"/>
              </a:defRPr>
            </a:lvl2pPr>
            <a:lvl3pPr>
              <a:buNone/>
              <a:defRPr sz="1875">
                <a:solidFill>
                  <a:srgbClr val="716877"/>
                </a:solidFill>
                <a:latin typeface="Malgun Gothic"/>
                <a:ea typeface="Malgun Gothic"/>
                <a:cs typeface="Malgun Gothic"/>
              </a:defRPr>
            </a:lvl3pPr>
            <a:lvl4pPr>
              <a:buNone/>
              <a:defRPr sz="1875">
                <a:solidFill>
                  <a:srgbClr val="716877"/>
                </a:solidFill>
                <a:latin typeface="Malgun Gothic"/>
                <a:ea typeface="Malgun Gothic"/>
                <a:cs typeface="Malgun Gothic"/>
              </a:defRPr>
            </a:lvl4pPr>
            <a:lvl5pPr>
              <a:buNone/>
              <a:defRPr sz="1875">
                <a:solidFill>
                  <a:srgbClr val="716877"/>
                </a:solidFill>
                <a:latin typeface="Malgun Gothic"/>
                <a:ea typeface="Malgun Gothic"/>
                <a:cs typeface="Malgun Gothic"/>
              </a:defRPr>
            </a:lvl5pPr>
            <a:lvl6pPr>
              <a:buNone/>
              <a:defRPr sz="1875">
                <a:solidFill>
                  <a:srgbClr val="716877"/>
                </a:solidFill>
                <a:latin typeface="Malgun Gothic"/>
                <a:ea typeface="Malgun Gothic"/>
                <a:cs typeface="Malgun Gothic"/>
              </a:defRPr>
            </a:lvl6pPr>
            <a:lvl7pPr>
              <a:buNone/>
              <a:defRPr sz="1875">
                <a:solidFill>
                  <a:srgbClr val="716877"/>
                </a:solidFill>
                <a:latin typeface="Malgun Gothic"/>
                <a:ea typeface="Malgun Gothic"/>
                <a:cs typeface="Malgun Gothic"/>
              </a:defRPr>
            </a:lvl7pPr>
            <a:lvl8pPr>
              <a:buNone/>
              <a:defRPr sz="1875">
                <a:solidFill>
                  <a:srgbClr val="716877"/>
                </a:solidFill>
                <a:latin typeface="Malgun Gothic"/>
                <a:ea typeface="Malgun Gothic"/>
                <a:cs typeface="Malgun Gothic"/>
              </a:defRPr>
            </a:lvl8pPr>
            <a:lvl9pPr>
              <a:buNone/>
              <a:defRPr sz="1875">
                <a:solidFill>
                  <a:srgbClr val="716877"/>
                </a:solidFill>
                <a:latin typeface="Malgun Gothic"/>
                <a:ea typeface="Malgun Gothic"/>
                <a:cs typeface="Malgun Gothic"/>
              </a:defRPr>
            </a:lvl9pPr>
          </a:lstStyle>
          <a:p>
            <a:pPr>
              <a:buNone/>
              <a:defRPr sz="1800">
                <a:solidFill>
                  <a:srgbClr val="FFF9FC"/>
                </a:solidFill>
                <a:latin typeface="Malgun Gothic"/>
                <a:ea typeface="Malgun Gothic"/>
                <a:cs typeface="Malgun Gothic"/>
              </a:defRPr>
            </a:pPr>
            <a:r>
              <a:rPr sz="1800">
                <a:solidFill>
                  <a:srgbClr val="FFF9FC"/>
                </a:solidFill>
                <a:latin typeface="Malgun Gothic"/>
                <a:ea typeface="Malgun Gothic"/>
                <a:cs typeface="Malgun Gothic"/>
              </a:rPr>
              <a:t>시험 데이터로 저장·조회·통계 연결 확인</a:t>
            </a:r>
          </a:p>
        </p:txBody>
      </p:sp>
      <p:sp>
        <p:nvSpPr>
          <p:cNvPr id="6" name="copy-76">
            <a:extLst>
              <a:ext uri="{FF2B5EF4-FFF2-40B4-BE49-F238E27FC236}">
                <a16:creationId xmlns:a16="http://schemas.microsoft.com/office/drawing/2014/main" id="{02906E72-6E62-4643-9052-E71CB7851287}"/>
              </a:ext>
            </a:extLst>
          </p:cNvPr>
          <p:cNvSpPr>
            <a:spLocks noGrp="1"/>
          </p:cNvSpPr>
          <p:nvPr/>
        </p:nvSpPr>
        <p:spPr>
          <a:xfrm>
            <a:off x="5810250" y="1619250"/>
            <a:ext cx="5772150" cy="381000"/>
          </a:xfrm>
          <a:prstGeom prst="rect">
            <a:avLst/>
          </a:prstGeom>
          <a:noFill/>
          <a:ln w="0">
            <a:noFill/>
          </a:ln>
        </p:spPr>
        <p:txBody>
          <a:bodyPr wrap="square" lIns="0" tIns="0" rIns="0" bIns="0" anchor="t">
            <a:noAutofit/>
          </a:bodyPr>
          <a:lstStyle>
            <a:defPPr>
              <a:defRPr sz="2200" b="1">
                <a:solidFill>
                  <a:srgbClr val="FFF9FC"/>
                </a:solidFill>
                <a:latin typeface="Malgun Gothic"/>
                <a:ea typeface="Malgun Gothic"/>
                <a:cs typeface="Malgun Gothic"/>
              </a:defRPr>
            </a:defPPr>
            <a:lvl1pPr>
              <a:buNone/>
              <a:defRPr sz="1950" b="1">
                <a:solidFill>
                  <a:srgbClr val="8E6077"/>
                </a:solidFill>
                <a:latin typeface="Malgun Gothic"/>
                <a:ea typeface="Malgun Gothic"/>
                <a:cs typeface="Malgun Gothic"/>
              </a:defRPr>
            </a:lvl1pPr>
            <a:lvl2pPr>
              <a:buNone/>
              <a:defRPr sz="1950" b="1">
                <a:solidFill>
                  <a:srgbClr val="8E6077"/>
                </a:solidFill>
                <a:latin typeface="Malgun Gothic"/>
                <a:ea typeface="Malgun Gothic"/>
                <a:cs typeface="Malgun Gothic"/>
              </a:defRPr>
            </a:lvl2pPr>
            <a:lvl3pPr>
              <a:buNone/>
              <a:defRPr sz="1950" b="1">
                <a:solidFill>
                  <a:srgbClr val="8E6077"/>
                </a:solidFill>
                <a:latin typeface="Malgun Gothic"/>
                <a:ea typeface="Malgun Gothic"/>
                <a:cs typeface="Malgun Gothic"/>
              </a:defRPr>
            </a:lvl3pPr>
            <a:lvl4pPr>
              <a:buNone/>
              <a:defRPr sz="1950" b="1">
                <a:solidFill>
                  <a:srgbClr val="8E6077"/>
                </a:solidFill>
                <a:latin typeface="Malgun Gothic"/>
                <a:ea typeface="Malgun Gothic"/>
                <a:cs typeface="Malgun Gothic"/>
              </a:defRPr>
            </a:lvl4pPr>
            <a:lvl5pPr>
              <a:buNone/>
              <a:defRPr sz="1950" b="1">
                <a:solidFill>
                  <a:srgbClr val="8E6077"/>
                </a:solidFill>
                <a:latin typeface="Malgun Gothic"/>
                <a:ea typeface="Malgun Gothic"/>
                <a:cs typeface="Malgun Gothic"/>
              </a:defRPr>
            </a:lvl5pPr>
            <a:lvl6pPr>
              <a:buNone/>
              <a:defRPr sz="1950" b="1">
                <a:solidFill>
                  <a:srgbClr val="8E6077"/>
                </a:solidFill>
                <a:latin typeface="Malgun Gothic"/>
                <a:ea typeface="Malgun Gothic"/>
                <a:cs typeface="Malgun Gothic"/>
              </a:defRPr>
            </a:lvl6pPr>
            <a:lvl7pPr>
              <a:buNone/>
              <a:defRPr sz="1950" b="1">
                <a:solidFill>
                  <a:srgbClr val="8E6077"/>
                </a:solidFill>
                <a:latin typeface="Malgun Gothic"/>
                <a:ea typeface="Malgun Gothic"/>
                <a:cs typeface="Malgun Gothic"/>
              </a:defRPr>
            </a:lvl7pPr>
            <a:lvl8pPr>
              <a:buNone/>
              <a:defRPr sz="1950" b="1">
                <a:solidFill>
                  <a:srgbClr val="8E6077"/>
                </a:solidFill>
                <a:latin typeface="Malgun Gothic"/>
                <a:ea typeface="Malgun Gothic"/>
                <a:cs typeface="Malgun Gothic"/>
              </a:defRPr>
            </a:lvl8pPr>
            <a:lvl9pPr>
              <a:buNone/>
              <a:defRPr sz="1950" b="1">
                <a:solidFill>
                  <a:srgbClr val="8E6077"/>
                </a:solidFill>
                <a:latin typeface="Malgun Gothic"/>
                <a:ea typeface="Malgun Gothic"/>
                <a:cs typeface="Malgun Gothic"/>
              </a:defRPr>
            </a:lvl9pPr>
          </a:lstStyle>
          <a:p>
            <a:pPr>
              <a:buNone/>
              <a:defRPr sz="2200" b="1">
                <a:solidFill>
                  <a:srgbClr val="FFF9FC"/>
                </a:solidFill>
                <a:latin typeface="Malgun Gothic"/>
                <a:ea typeface="Malgun Gothic"/>
                <a:cs typeface="Malgun Gothic"/>
              </a:defRPr>
            </a:pPr>
            <a:r>
              <a:rPr sz="2200" b="1">
                <a:solidFill>
                  <a:srgbClr val="FFF9FC"/>
                </a:solidFill>
                <a:latin typeface="Malgun Gothic"/>
                <a:ea typeface="Malgun Gothic"/>
                <a:cs typeface="Malgun Gothic"/>
              </a:rPr>
              <a:t>별도 확인 항목</a:t>
            </a:r>
          </a:p>
        </p:txBody>
      </p:sp>
      <p:graphicFrame>
        <p:nvGraphicFramePr>
          <p:cNvPr id="7" name="표 6">
            <a:extLst>
              <a:ext uri="{FF2B5EF4-FFF2-40B4-BE49-F238E27FC236}">
                <a16:creationId xmlns:a16="http://schemas.microsoft.com/office/drawing/2014/main" id="{54BD80A6-0E3C-4E16-983D-9FEE4EEEA976}"/>
              </a:ext>
            </a:extLst>
          </p:cNvPr>
          <p:cNvGraphicFramePr/>
          <p:nvPr/>
        </p:nvGraphicFramePr>
        <p:xfrm>
          <a:off x="5810250" y="2076450"/>
          <a:ext cx="5772150" cy="2505075"/>
        </p:xfrm>
        <a:graphic>
          <a:graphicData uri="http://schemas.openxmlformats.org/drawingml/2006/table">
            <a:tbl>
              <a:tblPr/>
              <a:tblGrid>
                <a:gridCol w="333375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501015">
                <a:tc>
                  <a:txBody>
                    <a:bodyPr/>
                    <a:lstStyle/>
                    <a:p>
                      <a:r>
                        <a:rPr sz="1800" b="1">
                          <a:solidFill>
                            <a:srgbClr val="FFF9FC"/>
                          </a:solidFill>
                          <a:latin typeface="Malgun Gothic"/>
                          <a:ea typeface="Malgun Gothic"/>
                          <a:cs typeface="Malgun Gothic"/>
                        </a:rPr>
                        <a:t>확인 내용</a:t>
                      </a:r>
                    </a:p>
                  </a:txBody>
                  <a:tcPr anchor="ctr">
                    <a:lnL w="5715">
                      <a:solidFill>
                        <a:srgbClr val="956C84"/>
                      </a:solidFill>
                      <a:prstDash val="solid"/>
                    </a:lnL>
                    <a:lnR w="5715">
                      <a:solidFill>
                        <a:srgbClr val="956C84"/>
                      </a:solidFill>
                      <a:prstDash val="solid"/>
                    </a:lnR>
                    <a:lnT w="5715">
                      <a:solidFill>
                        <a:srgbClr val="956C84"/>
                      </a:solidFill>
                      <a:prstDash val="solid"/>
                    </a:lnT>
                    <a:lnB w="5715">
                      <a:solidFill>
                        <a:srgbClr val="AF8C9F"/>
                      </a:solidFill>
                      <a:prstDash val="solid"/>
                    </a:lnB>
                    <a:solidFill>
                      <a:srgbClr val="956C84"/>
                    </a:solidFill>
                  </a:tcPr>
                </a:tc>
                <a:tc>
                  <a:txBody>
                    <a:bodyPr/>
                    <a:lstStyle/>
                    <a:p>
                      <a:pPr algn="r">
                        <a:buNone/>
                      </a:pPr>
                      <a:r>
                        <a:rPr sz="1800" b="1">
                          <a:solidFill>
                            <a:srgbClr val="FFF9FC"/>
                          </a:solidFill>
                          <a:latin typeface="Malgun Gothic"/>
                          <a:ea typeface="Malgun Gothic"/>
                          <a:cs typeface="Malgun Gothic"/>
                        </a:rPr>
                        <a:t>결과</a:t>
                      </a:r>
                    </a:p>
                  </a:txBody>
                  <a:tcPr anchor="ctr">
                    <a:lnL w="5715">
                      <a:solidFill>
                        <a:srgbClr val="956C84"/>
                      </a:solidFill>
                      <a:prstDash val="solid"/>
                    </a:lnL>
                    <a:lnR w="5715">
                      <a:solidFill>
                        <a:srgbClr val="956C84"/>
                      </a:solidFill>
                      <a:prstDash val="solid"/>
                    </a:lnR>
                    <a:lnT w="5715">
                      <a:solidFill>
                        <a:srgbClr val="956C84"/>
                      </a:solidFill>
                      <a:prstDash val="solid"/>
                    </a:lnT>
                    <a:lnB w="5715">
                      <a:solidFill>
                        <a:srgbClr val="AF8C9F"/>
                      </a:solidFill>
                      <a:prstDash val="solid"/>
                    </a:lnB>
                    <a:solidFill>
                      <a:srgbClr val="956C84"/>
                    </a:solidFill>
                  </a:tcPr>
                </a:tc>
                <a:extLst>
                  <a:ext uri="{0D108BD9-81ED-4DB2-BD59-A6C34878D82A}">
                    <a16:rowId xmlns:a16="http://schemas.microsoft.com/office/drawing/2014/main" val="10000"/>
                  </a:ext>
                </a:extLst>
              </a:tr>
              <a:tr h="501015">
                <a:tc>
                  <a:txBody>
                    <a:bodyPr/>
                    <a:lstStyle/>
                    <a:p>
                      <a:r>
                        <a:rPr sz="1800" b="1">
                          <a:solidFill>
                            <a:srgbClr val="FFF9FC"/>
                          </a:solidFill>
                          <a:latin typeface="Malgun Gothic"/>
                          <a:ea typeface="Malgun Gothic"/>
                          <a:cs typeface="Malgun Gothic"/>
                        </a:rPr>
                        <a:t>버튼 조작</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tc>
                  <a:txBody>
                    <a:bodyPr/>
                    <a:lstStyle/>
                    <a:p>
                      <a:pPr algn="r">
                        <a:buNone/>
                      </a:pPr>
                      <a:r>
                        <a:rPr sz="1800" b="1">
                          <a:solidFill>
                            <a:srgbClr val="FFF9FC"/>
                          </a:solidFill>
                          <a:latin typeface="Malgun Gothic"/>
                          <a:ea typeface="Malgun Gothic"/>
                          <a:cs typeface="Malgun Gothic"/>
                        </a:rPr>
                        <a:t>73개 통과</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extLst>
                  <a:ext uri="{0D108BD9-81ED-4DB2-BD59-A6C34878D82A}">
                    <a16:rowId xmlns:a16="http://schemas.microsoft.com/office/drawing/2014/main" val="10001"/>
                  </a:ext>
                </a:extLst>
              </a:tr>
              <a:tr h="501015">
                <a:tc>
                  <a:txBody>
                    <a:bodyPr/>
                    <a:lstStyle/>
                    <a:p>
                      <a:r>
                        <a:rPr sz="1800" b="1">
                          <a:solidFill>
                            <a:srgbClr val="FFF9FC"/>
                          </a:solidFill>
                          <a:latin typeface="Malgun Gothic"/>
                          <a:ea typeface="Malgun Gothic"/>
                          <a:cs typeface="Malgun Gothic"/>
                        </a:rPr>
                        <a:t>배율·창 크기</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tc>
                  <a:txBody>
                    <a:bodyPr/>
                    <a:lstStyle/>
                    <a:p>
                      <a:pPr algn="r">
                        <a:buNone/>
                      </a:pPr>
                      <a:r>
                        <a:rPr sz="1800" b="1">
                          <a:solidFill>
                            <a:srgbClr val="FFF9FC"/>
                          </a:solidFill>
                          <a:latin typeface="Malgun Gothic"/>
                          <a:ea typeface="Malgun Gothic"/>
                          <a:cs typeface="Malgun Gothic"/>
                        </a:rPr>
                        <a:t>37개 통과</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extLst>
                  <a:ext uri="{0D108BD9-81ED-4DB2-BD59-A6C34878D82A}">
                    <a16:rowId xmlns:a16="http://schemas.microsoft.com/office/drawing/2014/main" val="10002"/>
                  </a:ext>
                </a:extLst>
              </a:tr>
              <a:tr h="501015">
                <a:tc>
                  <a:txBody>
                    <a:bodyPr/>
                    <a:lstStyle/>
                    <a:p>
                      <a:r>
                        <a:rPr sz="1800" b="1">
                          <a:solidFill>
                            <a:srgbClr val="FFF9FC"/>
                          </a:solidFill>
                          <a:latin typeface="Malgun Gothic"/>
                          <a:ea typeface="Malgun Gothic"/>
                          <a:cs typeface="Malgun Gothic"/>
                        </a:rPr>
                        <a:t>트레이 숨김·복원</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tc>
                  <a:txBody>
                    <a:bodyPr/>
                    <a:lstStyle/>
                    <a:p>
                      <a:pPr algn="r">
                        <a:buNone/>
                      </a:pPr>
                      <a:r>
                        <a:rPr sz="1800" b="1">
                          <a:solidFill>
                            <a:srgbClr val="FFF9FC"/>
                          </a:solidFill>
                          <a:latin typeface="Malgun Gothic"/>
                          <a:ea typeface="Malgun Gothic"/>
                          <a:cs typeface="Malgun Gothic"/>
                        </a:rPr>
                        <a:t>7개 통과</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extLst>
                  <a:ext uri="{0D108BD9-81ED-4DB2-BD59-A6C34878D82A}">
                    <a16:rowId xmlns:a16="http://schemas.microsoft.com/office/drawing/2014/main" val="10003"/>
                  </a:ext>
                </a:extLst>
              </a:tr>
              <a:tr h="501015">
                <a:tc>
                  <a:txBody>
                    <a:bodyPr/>
                    <a:lstStyle/>
                    <a:p>
                      <a:r>
                        <a:rPr sz="1800" b="1">
                          <a:solidFill>
                            <a:srgbClr val="FFF9FC"/>
                          </a:solidFill>
                          <a:latin typeface="Malgun Gothic"/>
                          <a:ea typeface="Malgun Gothic"/>
                          <a:cs typeface="Malgun Gothic"/>
                        </a:rPr>
                        <a:t>종료 후 재실행</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tc>
                  <a:txBody>
                    <a:bodyPr/>
                    <a:lstStyle/>
                    <a:p>
                      <a:pPr algn="r">
                        <a:buNone/>
                      </a:pPr>
                      <a:r>
                        <a:rPr sz="1800" b="1">
                          <a:solidFill>
                            <a:srgbClr val="FFF9FC"/>
                          </a:solidFill>
                          <a:latin typeface="Malgun Gothic"/>
                          <a:ea typeface="Malgun Gothic"/>
                          <a:cs typeface="Malgun Gothic"/>
                        </a:rPr>
                        <a:t>통과</a:t>
                      </a:r>
                    </a:p>
                  </a:txBody>
                  <a:tcPr anchor="ctr">
                    <a:lnL w="5715">
                      <a:solidFill>
                        <a:srgbClr val="7D5B70"/>
                      </a:solidFill>
                      <a:prstDash val="solid"/>
                    </a:lnL>
                    <a:lnR w="5715">
                      <a:solidFill>
                        <a:srgbClr val="7D5B70"/>
                      </a:solidFill>
                      <a:prstDash val="solid"/>
                    </a:lnR>
                    <a:lnT w="5715" cmpd="sng">
                      <a:solidFill>
                        <a:srgbClr val="AF8C9F"/>
                      </a:solidFill>
                      <a:prstDash val="solid"/>
                    </a:lnT>
                    <a:lnB w="5715">
                      <a:solidFill>
                        <a:srgbClr val="AF8C9F"/>
                      </a:solidFill>
                      <a:prstDash val="solid"/>
                    </a:lnB>
                    <a:solidFill>
                      <a:srgbClr val="7D5B70"/>
                    </a:solidFill>
                  </a:tcPr>
                </a:tc>
                <a:extLst>
                  <a:ext uri="{0D108BD9-81ED-4DB2-BD59-A6C34878D82A}">
                    <a16:rowId xmlns:a16="http://schemas.microsoft.com/office/drawing/2014/main" val="10004"/>
                  </a:ext>
                </a:extLst>
              </a:tr>
            </a:tbl>
          </a:graphicData>
        </a:graphic>
      </p:graphicFrame>
      <p:sp>
        <p:nvSpPr>
          <p:cNvPr id="8" name="copy-77">
            <a:extLst>
              <a:ext uri="{FF2B5EF4-FFF2-40B4-BE49-F238E27FC236}">
                <a16:creationId xmlns:a16="http://schemas.microsoft.com/office/drawing/2014/main" id="{EA7FD51C-F98B-4C0A-ACA3-586488941C0F}"/>
              </a:ext>
            </a:extLst>
          </p:cNvPr>
          <p:cNvSpPr>
            <a:spLocks noGrp="1"/>
          </p:cNvSpPr>
          <p:nvPr/>
        </p:nvSpPr>
        <p:spPr>
          <a:xfrm>
            <a:off x="609600" y="4762500"/>
            <a:ext cx="10972800" cy="323850"/>
          </a:xfrm>
          <a:prstGeom prst="rect">
            <a:avLst/>
          </a:prstGeom>
          <a:noFill/>
          <a:ln w="0">
            <a:noFill/>
          </a:ln>
        </p:spPr>
        <p:txBody>
          <a:bodyPr wrap="square" lIns="0" tIns="0" rIns="0" bIns="0" anchor="t">
            <a:noAutofit/>
          </a:bodyPr>
          <a:lstStyle>
            <a:defPPr>
              <a:defRPr sz="1800">
                <a:solidFill>
                  <a:srgbClr val="FFF9FC"/>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FFF9FC"/>
                </a:solidFill>
                <a:latin typeface="Malgun Gothic"/>
                <a:ea typeface="Malgun Gothic"/>
                <a:cs typeface="Malgun Gothic"/>
              </a:defRPr>
            </a:pPr>
            <a:r>
              <a:rPr sz="1800">
                <a:solidFill>
                  <a:srgbClr val="FFF9FC"/>
                </a:solidFill>
                <a:latin typeface="Malgun Gothic"/>
                <a:ea typeface="Malgun Gothic"/>
                <a:cs typeface="Malgun Gothic"/>
              </a:rPr>
              <a:t>전환·스크롤 검사 58개 포함</a:t>
            </a:r>
          </a:p>
        </p:txBody>
      </p:sp>
      <p:sp>
        <p:nvSpPr>
          <p:cNvPr id="9" name="copy-78">
            <a:extLst>
              <a:ext uri="{FF2B5EF4-FFF2-40B4-BE49-F238E27FC236}">
                <a16:creationId xmlns:a16="http://schemas.microsoft.com/office/drawing/2014/main" id="{8A14F46D-EE4A-43B0-BA5B-33455C415C30}"/>
              </a:ext>
            </a:extLst>
          </p:cNvPr>
          <p:cNvSpPr>
            <a:spLocks noGrp="1"/>
          </p:cNvSpPr>
          <p:nvPr/>
        </p:nvSpPr>
        <p:spPr>
          <a:xfrm>
            <a:off x="609600" y="5086350"/>
            <a:ext cx="10972800" cy="323850"/>
          </a:xfrm>
          <a:prstGeom prst="rect">
            <a:avLst/>
          </a:prstGeom>
          <a:noFill/>
          <a:ln w="0">
            <a:noFill/>
          </a:ln>
        </p:spPr>
        <p:txBody>
          <a:bodyPr wrap="square" lIns="0" tIns="0" rIns="0" bIns="0" anchor="t">
            <a:noAutofit/>
          </a:bodyPr>
          <a:lstStyle>
            <a:defPPr>
              <a:defRPr sz="1800">
                <a:solidFill>
                  <a:srgbClr val="FFF9FC"/>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FFF9FC"/>
                </a:solidFill>
                <a:latin typeface="Malgun Gothic"/>
                <a:ea typeface="Malgun Gothic"/>
                <a:cs typeface="Malgun Gothic"/>
              </a:defRPr>
            </a:pPr>
            <a:r>
              <a:rPr sz="1800">
                <a:solidFill>
                  <a:srgbClr val="FFF9FC"/>
                </a:solidFill>
                <a:latin typeface="Malgun Gothic"/>
                <a:ea typeface="Malgun Gothic"/>
                <a:cs typeface="Malgun Gothic"/>
              </a:rPr>
              <a:t>검사 범위가 겹칠 수 있어 수치를 단순 합산하지 않음</a:t>
            </a:r>
          </a:p>
        </p:txBody>
      </p:sp>
      <p:sp>
        <p:nvSpPr>
          <p:cNvPr id="10" name="copy-79">
            <a:extLst>
              <a:ext uri="{FF2B5EF4-FFF2-40B4-BE49-F238E27FC236}">
                <a16:creationId xmlns:a16="http://schemas.microsoft.com/office/drawing/2014/main" id="{E8A4208A-0393-4BF5-9B2B-62E761A7834C}"/>
              </a:ext>
            </a:extLst>
          </p:cNvPr>
          <p:cNvSpPr>
            <a:spLocks noGrp="1"/>
          </p:cNvSpPr>
          <p:nvPr/>
        </p:nvSpPr>
        <p:spPr>
          <a:xfrm>
            <a:off x="609600" y="5410200"/>
            <a:ext cx="10972800" cy="323850"/>
          </a:xfrm>
          <a:prstGeom prst="rect">
            <a:avLst/>
          </a:prstGeom>
          <a:noFill/>
          <a:ln w="0">
            <a:noFill/>
          </a:ln>
        </p:spPr>
        <p:txBody>
          <a:bodyPr wrap="square" lIns="0" tIns="0" rIns="0" bIns="0" anchor="t">
            <a:noAutofit/>
          </a:bodyPr>
          <a:lstStyle>
            <a:defPPr>
              <a:defRPr sz="1800">
                <a:solidFill>
                  <a:srgbClr val="FFF9FC"/>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FFF9FC"/>
                </a:solidFill>
                <a:latin typeface="Malgun Gothic"/>
                <a:ea typeface="Malgun Gothic"/>
                <a:cs typeface="Malgun Gothic"/>
              </a:defRPr>
            </a:pPr>
            <a:r>
              <a:rPr sz="1800">
                <a:solidFill>
                  <a:srgbClr val="FFF9FC"/>
                </a:solidFill>
                <a:latin typeface="Malgun Gothic"/>
                <a:ea typeface="Malgun Gothic"/>
                <a:cs typeface="Malgun Gothic"/>
              </a:rPr>
              <a:t>기록 처리 390개는 관련 코드·실행 파일이 같아 이전 결과 재사용</a:t>
            </a:r>
          </a:p>
        </p:txBody>
      </p:sp>
      <p:sp>
        <p:nvSpPr>
          <p:cNvPr id="11" name="직사각형 10">
            <a:extLst>
              <a:ext uri="{FF2B5EF4-FFF2-40B4-BE49-F238E27FC236}">
                <a16:creationId xmlns:a16="http://schemas.microsoft.com/office/drawing/2014/main" id="{78B5F7A9-0413-4C85-AC28-488705DC1F7D}"/>
              </a:ext>
            </a:extLst>
          </p:cNvPr>
          <p:cNvSpPr>
            <a:spLocks noGrp="1"/>
          </p:cNvSpPr>
          <p:nvPr/>
        </p:nvSpPr>
        <p:spPr>
          <a:xfrm>
            <a:off x="609600" y="5848350"/>
            <a:ext cx="10972800" cy="400050"/>
          </a:xfrm>
          <a:prstGeom prst="rect">
            <a:avLst/>
          </a:prstGeom>
          <a:solidFill>
            <a:srgbClr val="EBD3DF"/>
          </a:solidFill>
          <a:ln w="0">
            <a:noFill/>
          </a:ln>
        </p:spPr>
      </p:sp>
      <p:sp>
        <p:nvSpPr>
          <p:cNvPr id="12" name="copy-80">
            <a:extLst>
              <a:ext uri="{FF2B5EF4-FFF2-40B4-BE49-F238E27FC236}">
                <a16:creationId xmlns:a16="http://schemas.microsoft.com/office/drawing/2014/main" id="{99B5D5FA-1196-4ABA-8D52-45E1B312E345}"/>
              </a:ext>
            </a:extLst>
          </p:cNvPr>
          <p:cNvSpPr>
            <a:spLocks noGrp="1"/>
          </p:cNvSpPr>
          <p:nvPr/>
        </p:nvSpPr>
        <p:spPr>
          <a:xfrm>
            <a:off x="800100" y="5934075"/>
            <a:ext cx="10591800" cy="304800"/>
          </a:xfrm>
          <a:prstGeom prst="rect">
            <a:avLst/>
          </a:prstGeom>
          <a:noFill/>
          <a:ln w="0">
            <a:noFill/>
          </a:ln>
        </p:spPr>
        <p:txBody>
          <a:bodyPr wrap="square" lIns="0" tIns="0" rIns="0" bIns="0" anchor="t">
            <a:noAutofit/>
          </a:bodyPr>
          <a:lstStyle>
            <a:defPPr>
              <a:defRPr sz="1800" b="1">
                <a:solidFill>
                  <a:srgbClr val="37313D"/>
                </a:solidFill>
                <a:latin typeface="Malgun Gothic"/>
                <a:ea typeface="Malgun Gothic"/>
                <a:cs typeface="Malgun Gothic"/>
              </a:defRPr>
            </a:defPPr>
            <a:lvl1pPr>
              <a:buNone/>
              <a:defRPr sz="1800" b="1">
                <a:solidFill>
                  <a:srgbClr val="37313D"/>
                </a:solidFill>
                <a:latin typeface="Malgun Gothic"/>
                <a:ea typeface="Malgun Gothic"/>
                <a:cs typeface="Malgun Gothic"/>
              </a:defRPr>
            </a:lvl1pPr>
            <a:lvl2pPr>
              <a:buNone/>
              <a:defRPr sz="1800" b="1">
                <a:solidFill>
                  <a:srgbClr val="37313D"/>
                </a:solidFill>
                <a:latin typeface="Malgun Gothic"/>
                <a:ea typeface="Malgun Gothic"/>
                <a:cs typeface="Malgun Gothic"/>
              </a:defRPr>
            </a:lvl2pPr>
            <a:lvl3pPr>
              <a:buNone/>
              <a:defRPr sz="1800" b="1">
                <a:solidFill>
                  <a:srgbClr val="37313D"/>
                </a:solidFill>
                <a:latin typeface="Malgun Gothic"/>
                <a:ea typeface="Malgun Gothic"/>
                <a:cs typeface="Malgun Gothic"/>
              </a:defRPr>
            </a:lvl3pPr>
            <a:lvl4pPr>
              <a:buNone/>
              <a:defRPr sz="1800" b="1">
                <a:solidFill>
                  <a:srgbClr val="37313D"/>
                </a:solidFill>
                <a:latin typeface="Malgun Gothic"/>
                <a:ea typeface="Malgun Gothic"/>
                <a:cs typeface="Malgun Gothic"/>
              </a:defRPr>
            </a:lvl4pPr>
            <a:lvl5pPr>
              <a:buNone/>
              <a:defRPr sz="1800" b="1">
                <a:solidFill>
                  <a:srgbClr val="37313D"/>
                </a:solidFill>
                <a:latin typeface="Malgun Gothic"/>
                <a:ea typeface="Malgun Gothic"/>
                <a:cs typeface="Malgun Gothic"/>
              </a:defRPr>
            </a:lvl5pPr>
            <a:lvl6pPr>
              <a:buNone/>
              <a:defRPr sz="1800" b="1">
                <a:solidFill>
                  <a:srgbClr val="37313D"/>
                </a:solidFill>
                <a:latin typeface="Malgun Gothic"/>
                <a:ea typeface="Malgun Gothic"/>
                <a:cs typeface="Malgun Gothic"/>
              </a:defRPr>
            </a:lvl6pPr>
            <a:lvl7pPr>
              <a:buNone/>
              <a:defRPr sz="1800" b="1">
                <a:solidFill>
                  <a:srgbClr val="37313D"/>
                </a:solidFill>
                <a:latin typeface="Malgun Gothic"/>
                <a:ea typeface="Malgun Gothic"/>
                <a:cs typeface="Malgun Gothic"/>
              </a:defRPr>
            </a:lvl7pPr>
            <a:lvl8pPr>
              <a:buNone/>
              <a:defRPr sz="1800" b="1">
                <a:solidFill>
                  <a:srgbClr val="37313D"/>
                </a:solidFill>
                <a:latin typeface="Malgun Gothic"/>
                <a:ea typeface="Malgun Gothic"/>
                <a:cs typeface="Malgun Gothic"/>
              </a:defRPr>
            </a:lvl8pPr>
            <a:lvl9pPr>
              <a:buNone/>
              <a:defRPr sz="1800" b="1">
                <a:solidFill>
                  <a:srgbClr val="37313D"/>
                </a:solidFill>
                <a:latin typeface="Malgun Gothic"/>
                <a:ea typeface="Malgun Gothic"/>
                <a:cs typeface="Malgun Gothic"/>
              </a:defRPr>
            </a:lvl9pPr>
          </a:lstStyle>
          <a:p>
            <a:pPr>
              <a:buNone/>
              <a:defRPr sz="1800" b="1">
                <a:solidFill>
                  <a:srgbClr val="37313D"/>
                </a:solidFill>
                <a:latin typeface="Malgun Gothic"/>
                <a:ea typeface="Malgun Gothic"/>
                <a:cs typeface="Malgun Gothic"/>
              </a:defRPr>
            </a:pPr>
            <a:r>
              <a:rPr sz="1800" b="1">
                <a:solidFill>
                  <a:srgbClr val="37313D"/>
                </a:solidFill>
                <a:latin typeface="Malgun Gothic"/>
                <a:ea typeface="Malgun Gothic"/>
                <a:cs typeface="Malgun Gothic"/>
              </a:rPr>
              <a:t>추가 확인   장시간 CPU·메모리 사용량과 다른 PC 환경</a:t>
            </a:r>
          </a:p>
        </p:txBody>
      </p:sp>
      <p:sp>
        <p:nvSpPr>
          <p:cNvPr id="14" name="brand-footer-10">
            <a:extLst>
              <a:ext uri="{FF2B5EF4-FFF2-40B4-BE49-F238E27FC236}">
                <a16:creationId xmlns:a16="http://schemas.microsoft.com/office/drawing/2014/main" id="{17D092EE-A969-4420-AB18-97F63BC55CDE}"/>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EBD3DF"/>
                </a:solidFill>
                <a:latin typeface="Bahnschrift"/>
                <a:ea typeface="Bahnschrift"/>
                <a:cs typeface="Bahnschrift"/>
              </a:defRPr>
            </a:defPPr>
            <a:lvl1pPr algn="r">
              <a:buNone/>
              <a:defRPr sz="1500" i="1">
                <a:solidFill>
                  <a:srgbClr val="EBD3DF"/>
                </a:solidFill>
                <a:latin typeface="Bahnschrift"/>
                <a:ea typeface="Bahnschrift"/>
                <a:cs typeface="Bahnschrift"/>
              </a:defRPr>
            </a:lvl1pPr>
            <a:lvl2pPr algn="r">
              <a:buNone/>
              <a:defRPr sz="1500" i="1">
                <a:solidFill>
                  <a:srgbClr val="EBD3DF"/>
                </a:solidFill>
                <a:latin typeface="Bahnschrift"/>
                <a:ea typeface="Bahnschrift"/>
                <a:cs typeface="Bahnschrift"/>
              </a:defRPr>
            </a:lvl2pPr>
            <a:lvl3pPr algn="r">
              <a:buNone/>
              <a:defRPr sz="1500" i="1">
                <a:solidFill>
                  <a:srgbClr val="EBD3DF"/>
                </a:solidFill>
                <a:latin typeface="Bahnschrift"/>
                <a:ea typeface="Bahnschrift"/>
                <a:cs typeface="Bahnschrift"/>
              </a:defRPr>
            </a:lvl3pPr>
            <a:lvl4pPr algn="r">
              <a:buNone/>
              <a:defRPr sz="1500" i="1">
                <a:solidFill>
                  <a:srgbClr val="EBD3DF"/>
                </a:solidFill>
                <a:latin typeface="Bahnschrift"/>
                <a:ea typeface="Bahnschrift"/>
                <a:cs typeface="Bahnschrift"/>
              </a:defRPr>
            </a:lvl4pPr>
            <a:lvl5pPr algn="r">
              <a:buNone/>
              <a:defRPr sz="1500" i="1">
                <a:solidFill>
                  <a:srgbClr val="EBD3DF"/>
                </a:solidFill>
                <a:latin typeface="Bahnschrift"/>
                <a:ea typeface="Bahnschrift"/>
                <a:cs typeface="Bahnschrift"/>
              </a:defRPr>
            </a:lvl5pPr>
            <a:lvl6pPr algn="r">
              <a:buNone/>
              <a:defRPr sz="1500" i="1">
                <a:solidFill>
                  <a:srgbClr val="EBD3DF"/>
                </a:solidFill>
                <a:latin typeface="Bahnschrift"/>
                <a:ea typeface="Bahnschrift"/>
                <a:cs typeface="Bahnschrift"/>
              </a:defRPr>
            </a:lvl6pPr>
            <a:lvl7pPr algn="r">
              <a:buNone/>
              <a:defRPr sz="1500" i="1">
                <a:solidFill>
                  <a:srgbClr val="EBD3DF"/>
                </a:solidFill>
                <a:latin typeface="Bahnschrift"/>
                <a:ea typeface="Bahnschrift"/>
                <a:cs typeface="Bahnschrift"/>
              </a:defRPr>
            </a:lvl7pPr>
            <a:lvl8pPr algn="r">
              <a:buNone/>
              <a:defRPr sz="1500" i="1">
                <a:solidFill>
                  <a:srgbClr val="EBD3DF"/>
                </a:solidFill>
                <a:latin typeface="Bahnschrift"/>
                <a:ea typeface="Bahnschrift"/>
                <a:cs typeface="Bahnschrift"/>
              </a:defRPr>
            </a:lvl8pPr>
            <a:lvl9pPr algn="r">
              <a:buNone/>
              <a:defRPr sz="1500" i="1">
                <a:solidFill>
                  <a:srgbClr val="EBD3DF"/>
                </a:solidFill>
                <a:latin typeface="Bahnschrift"/>
                <a:ea typeface="Bahnschrift"/>
                <a:cs typeface="Bahnschrift"/>
              </a:defRPr>
            </a:lvl9pPr>
          </a:lstStyle>
          <a:p>
            <a:pPr algn="r">
              <a:buNone/>
              <a:defRPr sz="1500" i="1">
                <a:solidFill>
                  <a:srgbClr val="EBD3DF"/>
                </a:solidFill>
                <a:latin typeface="Bahnschrift"/>
                <a:ea typeface="Bahnschrift"/>
                <a:cs typeface="Bahnschrift"/>
              </a:defRPr>
            </a:pPr>
            <a:r>
              <a:rPr sz="1500" i="1">
                <a:solidFill>
                  <a:srgbClr val="EBD3DF"/>
                </a:solidFill>
                <a:latin typeface="Bahnschrift"/>
                <a:ea typeface="Bahnschrift"/>
                <a:cs typeface="Bahnschrift"/>
              </a:rPr>
              <a:t>PDS.</a:t>
            </a:r>
          </a:p>
        </p:txBody>
      </p:sp>
    </p:spTree>
    <p:extLst>
      <p:ext uri="{BB962C8B-B14F-4D97-AF65-F5344CB8AC3E}">
        <p14:creationId xmlns:p14="http://schemas.microsoft.com/office/powerpoint/2010/main" val="920289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B"/>
        </a:solidFill>
        <a:effectLst/>
      </p:bgPr>
    </p:bg>
    <p:spTree>
      <p:nvGrpSpPr>
        <p:cNvPr id="1" name=""/>
        <p:cNvGrpSpPr/>
        <p:nvPr/>
      </p:nvGrpSpPr>
      <p:grpSpPr>
        <a:xfrm>
          <a:off x="0" y="0"/>
          <a:ext cx="0" cy="0"/>
          <a:chOff x="0" y="0"/>
          <a:chExt cx="0" cy="0"/>
        </a:xfrm>
      </p:grpSpPr>
      <p:sp>
        <p:nvSpPr>
          <p:cNvPr id="14" name="copy-81">
            <a:extLst>
              <a:ext uri="{FF2B5EF4-FFF2-40B4-BE49-F238E27FC236}">
                <a16:creationId xmlns:a16="http://schemas.microsoft.com/office/drawing/2014/main" id="{0A75F551-A01F-407C-BBD3-F24E57DBA891}"/>
              </a:ext>
            </a:extLst>
          </p:cNvPr>
          <p:cNvSpPr>
            <a:spLocks noGrp="1"/>
          </p:cNvSpPr>
          <p:nvPr/>
        </p:nvSpPr>
        <p:spPr>
          <a:xfrm>
            <a:off x="609600" y="656273"/>
            <a:ext cx="609600" cy="514350"/>
          </a:xfrm>
          <a:prstGeom prst="rect">
            <a:avLst/>
          </a:prstGeom>
          <a:noFill/>
          <a:ln w="0">
            <a:noFill/>
          </a:ln>
        </p:spPr>
        <p:txBody>
          <a:bodyPr wrap="square" lIns="0" tIns="0" rIns="0" bIns="0" anchor="t">
            <a:noAutofit/>
          </a:bodyPr>
          <a:lstStyle>
            <a:defPPr>
              <a:defRPr sz="2200">
                <a:solidFill>
                  <a:srgbClr val="8E6077"/>
                </a:solidFill>
                <a:latin typeface="Bahnschrift"/>
                <a:ea typeface="Bahnschrift"/>
                <a:cs typeface="Bahnschrift"/>
              </a:defRPr>
            </a:defPPr>
            <a:lvl1pPr>
              <a:buNone/>
              <a:defRPr sz="2175">
                <a:solidFill>
                  <a:srgbClr val="8E6077"/>
                </a:solidFill>
                <a:latin typeface="Bahnschrift"/>
                <a:ea typeface="Bahnschrift"/>
                <a:cs typeface="Bahnschrift"/>
              </a:defRPr>
            </a:lvl1pPr>
            <a:lvl2pPr>
              <a:buNone/>
              <a:defRPr sz="2175">
                <a:solidFill>
                  <a:srgbClr val="8E6077"/>
                </a:solidFill>
                <a:latin typeface="Bahnschrift"/>
                <a:ea typeface="Bahnschrift"/>
                <a:cs typeface="Bahnschrift"/>
              </a:defRPr>
            </a:lvl2pPr>
            <a:lvl3pPr>
              <a:buNone/>
              <a:defRPr sz="2175">
                <a:solidFill>
                  <a:srgbClr val="8E6077"/>
                </a:solidFill>
                <a:latin typeface="Bahnschrift"/>
                <a:ea typeface="Bahnschrift"/>
                <a:cs typeface="Bahnschrift"/>
              </a:defRPr>
            </a:lvl3pPr>
            <a:lvl4pPr>
              <a:buNone/>
              <a:defRPr sz="2175">
                <a:solidFill>
                  <a:srgbClr val="8E6077"/>
                </a:solidFill>
                <a:latin typeface="Bahnschrift"/>
                <a:ea typeface="Bahnschrift"/>
                <a:cs typeface="Bahnschrift"/>
              </a:defRPr>
            </a:lvl4pPr>
            <a:lvl5pPr>
              <a:buNone/>
              <a:defRPr sz="2175">
                <a:solidFill>
                  <a:srgbClr val="8E6077"/>
                </a:solidFill>
                <a:latin typeface="Bahnschrift"/>
                <a:ea typeface="Bahnschrift"/>
                <a:cs typeface="Bahnschrift"/>
              </a:defRPr>
            </a:lvl5pPr>
            <a:lvl6pPr>
              <a:buNone/>
              <a:defRPr sz="2175">
                <a:solidFill>
                  <a:srgbClr val="8E6077"/>
                </a:solidFill>
                <a:latin typeface="Bahnschrift"/>
                <a:ea typeface="Bahnschrift"/>
                <a:cs typeface="Bahnschrift"/>
              </a:defRPr>
            </a:lvl6pPr>
            <a:lvl7pPr>
              <a:buNone/>
              <a:defRPr sz="2175">
                <a:solidFill>
                  <a:srgbClr val="8E6077"/>
                </a:solidFill>
                <a:latin typeface="Bahnschrift"/>
                <a:ea typeface="Bahnschrift"/>
                <a:cs typeface="Bahnschrift"/>
              </a:defRPr>
            </a:lvl7pPr>
            <a:lvl8pPr>
              <a:buNone/>
              <a:defRPr sz="2175">
                <a:solidFill>
                  <a:srgbClr val="8E6077"/>
                </a:solidFill>
                <a:latin typeface="Bahnschrift"/>
                <a:ea typeface="Bahnschrift"/>
                <a:cs typeface="Bahnschrift"/>
              </a:defRPr>
            </a:lvl8pPr>
            <a:lvl9pPr>
              <a:buNone/>
              <a:defRPr sz="2175">
                <a:solidFill>
                  <a:srgbClr val="8E6077"/>
                </a:solidFill>
                <a:latin typeface="Bahnschrift"/>
                <a:ea typeface="Bahnschrift"/>
                <a:cs typeface="Bahnschrift"/>
              </a:defRPr>
            </a:lvl9pPr>
          </a:lstStyle>
          <a:p>
            <a:pPr>
              <a:buNone/>
              <a:defRPr sz="2200">
                <a:solidFill>
                  <a:srgbClr val="8E6077"/>
                </a:solidFill>
                <a:latin typeface="Bahnschrift"/>
                <a:ea typeface="Bahnschrift"/>
                <a:cs typeface="Bahnschrift"/>
              </a:defRPr>
            </a:pPr>
            <a:r>
              <a:rPr sz="2200">
                <a:solidFill>
                  <a:srgbClr val="8E6077"/>
                </a:solidFill>
                <a:latin typeface="Bahnschrift"/>
                <a:ea typeface="Bahnschrift"/>
                <a:cs typeface="Bahnschrift"/>
              </a:rPr>
              <a:t>11</a:t>
            </a:r>
          </a:p>
        </p:txBody>
      </p:sp>
      <p:sp>
        <p:nvSpPr>
          <p:cNvPr id="2" name="title-11">
            <a:extLst>
              <a:ext uri="{FF2B5EF4-FFF2-40B4-BE49-F238E27FC236}">
                <a16:creationId xmlns:a16="http://schemas.microsoft.com/office/drawing/2014/main" id="{C19A6080-3CA2-468E-9230-362DACFEA0A6}"/>
              </a:ext>
            </a:extLst>
          </p:cNvPr>
          <p:cNvSpPr>
            <a:spLocks noGrp="1"/>
          </p:cNvSpPr>
          <p:nvPr/>
        </p:nvSpPr>
        <p:spPr>
          <a:xfrm>
            <a:off x="1371600" y="551498"/>
            <a:ext cx="10210800" cy="7620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00" b="1">
                <a:solidFill>
                  <a:srgbClr val="37313D"/>
                </a:solidFill>
                <a:latin typeface="Malgun Gothic"/>
                <a:ea typeface="Malgun Gothic"/>
                <a:cs typeface="Malgun Gothic"/>
              </a:defRPr>
            </a:lvl1pPr>
            <a:lvl2pPr>
              <a:buNone/>
              <a:defRPr sz="3300" b="1">
                <a:solidFill>
                  <a:srgbClr val="37313D"/>
                </a:solidFill>
                <a:latin typeface="Malgun Gothic"/>
                <a:ea typeface="Malgun Gothic"/>
                <a:cs typeface="Malgun Gothic"/>
              </a:defRPr>
            </a:lvl2pPr>
            <a:lvl3pPr>
              <a:buNone/>
              <a:defRPr sz="3300" b="1">
                <a:solidFill>
                  <a:srgbClr val="37313D"/>
                </a:solidFill>
                <a:latin typeface="Malgun Gothic"/>
                <a:ea typeface="Malgun Gothic"/>
                <a:cs typeface="Malgun Gothic"/>
              </a:defRPr>
            </a:lvl3pPr>
            <a:lvl4pPr>
              <a:buNone/>
              <a:defRPr sz="3300" b="1">
                <a:solidFill>
                  <a:srgbClr val="37313D"/>
                </a:solidFill>
                <a:latin typeface="Malgun Gothic"/>
                <a:ea typeface="Malgun Gothic"/>
                <a:cs typeface="Malgun Gothic"/>
              </a:defRPr>
            </a:lvl4pPr>
            <a:lvl5pPr>
              <a:buNone/>
              <a:defRPr sz="3300" b="1">
                <a:solidFill>
                  <a:srgbClr val="37313D"/>
                </a:solidFill>
                <a:latin typeface="Malgun Gothic"/>
                <a:ea typeface="Malgun Gothic"/>
                <a:cs typeface="Malgun Gothic"/>
              </a:defRPr>
            </a:lvl5pPr>
            <a:lvl6pPr>
              <a:buNone/>
              <a:defRPr sz="3300" b="1">
                <a:solidFill>
                  <a:srgbClr val="37313D"/>
                </a:solidFill>
                <a:latin typeface="Malgun Gothic"/>
                <a:ea typeface="Malgun Gothic"/>
                <a:cs typeface="Malgun Gothic"/>
              </a:defRPr>
            </a:lvl6pPr>
            <a:lvl7pPr>
              <a:buNone/>
              <a:defRPr sz="3300" b="1">
                <a:solidFill>
                  <a:srgbClr val="37313D"/>
                </a:solidFill>
                <a:latin typeface="Malgun Gothic"/>
                <a:ea typeface="Malgun Gothic"/>
                <a:cs typeface="Malgun Gothic"/>
              </a:defRPr>
            </a:lvl7pPr>
            <a:lvl8pPr>
              <a:buNone/>
              <a:defRPr sz="3300" b="1">
                <a:solidFill>
                  <a:srgbClr val="37313D"/>
                </a:solidFill>
                <a:latin typeface="Malgun Gothic"/>
                <a:ea typeface="Malgun Gothic"/>
                <a:cs typeface="Malgun Gothic"/>
              </a:defRPr>
            </a:lvl8pPr>
            <a:lvl9pPr>
              <a:buNone/>
              <a:defRPr sz="3300"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구현 결과와 다음 단계</a:t>
            </a:r>
          </a:p>
        </p:txBody>
      </p:sp>
      <p:sp>
        <p:nvSpPr>
          <p:cNvPr id="3" name="copy-82">
            <a:extLst>
              <a:ext uri="{FF2B5EF4-FFF2-40B4-BE49-F238E27FC236}">
                <a16:creationId xmlns:a16="http://schemas.microsoft.com/office/drawing/2014/main" id="{5D3DEFB1-BAB5-4161-84EE-4398EED09B9D}"/>
              </a:ext>
            </a:extLst>
          </p:cNvPr>
          <p:cNvSpPr>
            <a:spLocks noGrp="1"/>
          </p:cNvSpPr>
          <p:nvPr/>
        </p:nvSpPr>
        <p:spPr>
          <a:xfrm>
            <a:off x="609600" y="1657350"/>
            <a:ext cx="7810500" cy="1219200"/>
          </a:xfrm>
          <a:prstGeom prst="rect">
            <a:avLst/>
          </a:prstGeom>
          <a:noFill/>
          <a:ln w="0">
            <a:noFill/>
          </a:ln>
        </p:spPr>
        <p:txBody>
          <a:bodyPr wrap="square" lIns="0" tIns="0" rIns="0" bIns="0" anchor="t">
            <a:noAutofit/>
          </a:bodyPr>
          <a:lstStyle>
            <a:defPPr>
              <a:defRPr sz="3300" b="1">
                <a:solidFill>
                  <a:srgbClr val="37313D"/>
                </a:solidFill>
                <a:latin typeface="Malgun Gothic"/>
                <a:ea typeface="Malgun Gothic"/>
                <a:cs typeface="Malgun Gothic"/>
              </a:defRPr>
            </a:defPPr>
            <a:lvl1pPr>
              <a:buNone/>
              <a:defRPr sz="3375" b="1">
                <a:solidFill>
                  <a:srgbClr val="37313D"/>
                </a:solidFill>
                <a:latin typeface="Malgun Gothic"/>
                <a:ea typeface="Malgun Gothic"/>
                <a:cs typeface="Malgun Gothic"/>
              </a:defRPr>
            </a:lvl1pPr>
            <a:lvl2pPr>
              <a:buNone/>
              <a:defRPr sz="3375" b="1">
                <a:solidFill>
                  <a:srgbClr val="37313D"/>
                </a:solidFill>
                <a:latin typeface="Malgun Gothic"/>
                <a:ea typeface="Malgun Gothic"/>
                <a:cs typeface="Malgun Gothic"/>
              </a:defRPr>
            </a:lvl2pPr>
            <a:lvl3pPr>
              <a:buNone/>
              <a:defRPr sz="3375" b="1">
                <a:solidFill>
                  <a:srgbClr val="37313D"/>
                </a:solidFill>
                <a:latin typeface="Malgun Gothic"/>
                <a:ea typeface="Malgun Gothic"/>
                <a:cs typeface="Malgun Gothic"/>
              </a:defRPr>
            </a:lvl3pPr>
            <a:lvl4pPr>
              <a:buNone/>
              <a:defRPr sz="3375" b="1">
                <a:solidFill>
                  <a:srgbClr val="37313D"/>
                </a:solidFill>
                <a:latin typeface="Malgun Gothic"/>
                <a:ea typeface="Malgun Gothic"/>
                <a:cs typeface="Malgun Gothic"/>
              </a:defRPr>
            </a:lvl4pPr>
            <a:lvl5pPr>
              <a:buNone/>
              <a:defRPr sz="3375" b="1">
                <a:solidFill>
                  <a:srgbClr val="37313D"/>
                </a:solidFill>
                <a:latin typeface="Malgun Gothic"/>
                <a:ea typeface="Malgun Gothic"/>
                <a:cs typeface="Malgun Gothic"/>
              </a:defRPr>
            </a:lvl5pPr>
            <a:lvl6pPr>
              <a:buNone/>
              <a:defRPr sz="3375" b="1">
                <a:solidFill>
                  <a:srgbClr val="37313D"/>
                </a:solidFill>
                <a:latin typeface="Malgun Gothic"/>
                <a:ea typeface="Malgun Gothic"/>
                <a:cs typeface="Malgun Gothic"/>
              </a:defRPr>
            </a:lvl6pPr>
            <a:lvl7pPr>
              <a:buNone/>
              <a:defRPr sz="3375" b="1">
                <a:solidFill>
                  <a:srgbClr val="37313D"/>
                </a:solidFill>
                <a:latin typeface="Malgun Gothic"/>
                <a:ea typeface="Malgun Gothic"/>
                <a:cs typeface="Malgun Gothic"/>
              </a:defRPr>
            </a:lvl7pPr>
            <a:lvl8pPr>
              <a:buNone/>
              <a:defRPr sz="3375" b="1">
                <a:solidFill>
                  <a:srgbClr val="37313D"/>
                </a:solidFill>
                <a:latin typeface="Malgun Gothic"/>
                <a:ea typeface="Malgun Gothic"/>
                <a:cs typeface="Malgun Gothic"/>
              </a:defRPr>
            </a:lvl8pPr>
            <a:lvl9pPr>
              <a:buNone/>
              <a:defRPr sz="3375" b="1">
                <a:solidFill>
                  <a:srgbClr val="37313D"/>
                </a:solidFill>
                <a:latin typeface="Malgun Gothic"/>
                <a:ea typeface="Malgun Gothic"/>
                <a:cs typeface="Malgun Gothic"/>
              </a:defRPr>
            </a:lvl9pPr>
          </a:lstStyle>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계획과 생활 기록을</a:t>
            </a:r>
          </a:p>
          <a:p>
            <a:pPr>
              <a:buNone/>
              <a:defRPr sz="3300" b="1">
                <a:solidFill>
                  <a:srgbClr val="37313D"/>
                </a:solidFill>
                <a:latin typeface="Malgun Gothic"/>
                <a:ea typeface="Malgun Gothic"/>
                <a:cs typeface="Malgun Gothic"/>
              </a:defRPr>
            </a:pPr>
            <a:r>
              <a:rPr sz="3300" b="1">
                <a:solidFill>
                  <a:srgbClr val="37313D"/>
                </a:solidFill>
                <a:latin typeface="Malgun Gothic"/>
                <a:ea typeface="Malgun Gothic"/>
                <a:cs typeface="Malgun Gothic"/>
              </a:rPr>
              <a:t>날짜별로 연결했습니다</a:t>
            </a:r>
          </a:p>
        </p:txBody>
      </p:sp>
      <p:sp>
        <p:nvSpPr>
          <p:cNvPr id="4" name="copy-83">
            <a:extLst>
              <a:ext uri="{FF2B5EF4-FFF2-40B4-BE49-F238E27FC236}">
                <a16:creationId xmlns:a16="http://schemas.microsoft.com/office/drawing/2014/main" id="{03498FD0-62ED-4043-82C5-7A414317B091}"/>
              </a:ext>
            </a:extLst>
          </p:cNvPr>
          <p:cNvSpPr>
            <a:spLocks noGrp="1"/>
          </p:cNvSpPr>
          <p:nvPr/>
        </p:nvSpPr>
        <p:spPr>
          <a:xfrm>
            <a:off x="609600" y="3133725"/>
            <a:ext cx="10972800" cy="466725"/>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2025">
                <a:solidFill>
                  <a:srgbClr val="37313D"/>
                </a:solidFill>
                <a:latin typeface="Malgun Gothic"/>
                <a:ea typeface="Malgun Gothic"/>
                <a:cs typeface="Malgun Gothic"/>
              </a:defRPr>
            </a:lvl1pPr>
            <a:lvl2pPr>
              <a:buNone/>
              <a:defRPr sz="2025">
                <a:solidFill>
                  <a:srgbClr val="37313D"/>
                </a:solidFill>
                <a:latin typeface="Malgun Gothic"/>
                <a:ea typeface="Malgun Gothic"/>
                <a:cs typeface="Malgun Gothic"/>
              </a:defRPr>
            </a:lvl2pPr>
            <a:lvl3pPr>
              <a:buNone/>
              <a:defRPr sz="2025">
                <a:solidFill>
                  <a:srgbClr val="37313D"/>
                </a:solidFill>
                <a:latin typeface="Malgun Gothic"/>
                <a:ea typeface="Malgun Gothic"/>
                <a:cs typeface="Malgun Gothic"/>
              </a:defRPr>
            </a:lvl3pPr>
            <a:lvl4pPr>
              <a:buNone/>
              <a:defRPr sz="2025">
                <a:solidFill>
                  <a:srgbClr val="37313D"/>
                </a:solidFill>
                <a:latin typeface="Malgun Gothic"/>
                <a:ea typeface="Malgun Gothic"/>
                <a:cs typeface="Malgun Gothic"/>
              </a:defRPr>
            </a:lvl4pPr>
            <a:lvl5pPr>
              <a:buNone/>
              <a:defRPr sz="2025">
                <a:solidFill>
                  <a:srgbClr val="37313D"/>
                </a:solidFill>
                <a:latin typeface="Malgun Gothic"/>
                <a:ea typeface="Malgun Gothic"/>
                <a:cs typeface="Malgun Gothic"/>
              </a:defRPr>
            </a:lvl5pPr>
            <a:lvl6pPr>
              <a:buNone/>
              <a:defRPr sz="2025">
                <a:solidFill>
                  <a:srgbClr val="37313D"/>
                </a:solidFill>
                <a:latin typeface="Malgun Gothic"/>
                <a:ea typeface="Malgun Gothic"/>
                <a:cs typeface="Malgun Gothic"/>
              </a:defRPr>
            </a:lvl6pPr>
            <a:lvl7pPr>
              <a:buNone/>
              <a:defRPr sz="2025">
                <a:solidFill>
                  <a:srgbClr val="37313D"/>
                </a:solidFill>
                <a:latin typeface="Malgun Gothic"/>
                <a:ea typeface="Malgun Gothic"/>
                <a:cs typeface="Malgun Gothic"/>
              </a:defRPr>
            </a:lvl7pPr>
            <a:lvl8pPr>
              <a:buNone/>
              <a:defRPr sz="2025">
                <a:solidFill>
                  <a:srgbClr val="37313D"/>
                </a:solidFill>
                <a:latin typeface="Malgun Gothic"/>
                <a:ea typeface="Malgun Gothic"/>
                <a:cs typeface="Malgun Gothic"/>
              </a:defRPr>
            </a:lvl8pPr>
            <a:lvl9pPr>
              <a:buNone/>
              <a:defRPr sz="2025">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계획·운동·학습·금전 기록과 기간별 통계 구현</a:t>
            </a:r>
          </a:p>
        </p:txBody>
      </p:sp>
      <p:sp>
        <p:nvSpPr>
          <p:cNvPr id="5" name="copy-84">
            <a:extLst>
              <a:ext uri="{FF2B5EF4-FFF2-40B4-BE49-F238E27FC236}">
                <a16:creationId xmlns:a16="http://schemas.microsoft.com/office/drawing/2014/main" id="{9F527571-ECB7-4696-8921-7C5CD7B295AE}"/>
              </a:ext>
            </a:extLst>
          </p:cNvPr>
          <p:cNvSpPr>
            <a:spLocks noGrp="1"/>
          </p:cNvSpPr>
          <p:nvPr/>
        </p:nvSpPr>
        <p:spPr>
          <a:xfrm>
            <a:off x="609600" y="3848100"/>
            <a:ext cx="2362200" cy="409575"/>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025" b="1">
                <a:solidFill>
                  <a:srgbClr val="8E6077"/>
                </a:solidFill>
                <a:latin typeface="Malgun Gothic"/>
                <a:ea typeface="Malgun Gothic"/>
                <a:cs typeface="Malgun Gothic"/>
              </a:defRPr>
            </a:lvl1pPr>
            <a:lvl2pPr>
              <a:buNone/>
              <a:defRPr sz="2025" b="1">
                <a:solidFill>
                  <a:srgbClr val="8E6077"/>
                </a:solidFill>
                <a:latin typeface="Malgun Gothic"/>
                <a:ea typeface="Malgun Gothic"/>
                <a:cs typeface="Malgun Gothic"/>
              </a:defRPr>
            </a:lvl2pPr>
            <a:lvl3pPr>
              <a:buNone/>
              <a:defRPr sz="2025" b="1">
                <a:solidFill>
                  <a:srgbClr val="8E6077"/>
                </a:solidFill>
                <a:latin typeface="Malgun Gothic"/>
                <a:ea typeface="Malgun Gothic"/>
                <a:cs typeface="Malgun Gothic"/>
              </a:defRPr>
            </a:lvl3pPr>
            <a:lvl4pPr>
              <a:buNone/>
              <a:defRPr sz="2025" b="1">
                <a:solidFill>
                  <a:srgbClr val="8E6077"/>
                </a:solidFill>
                <a:latin typeface="Malgun Gothic"/>
                <a:ea typeface="Malgun Gothic"/>
                <a:cs typeface="Malgun Gothic"/>
              </a:defRPr>
            </a:lvl4pPr>
            <a:lvl5pPr>
              <a:buNone/>
              <a:defRPr sz="2025" b="1">
                <a:solidFill>
                  <a:srgbClr val="8E6077"/>
                </a:solidFill>
                <a:latin typeface="Malgun Gothic"/>
                <a:ea typeface="Malgun Gothic"/>
                <a:cs typeface="Malgun Gothic"/>
              </a:defRPr>
            </a:lvl5pPr>
            <a:lvl6pPr>
              <a:buNone/>
              <a:defRPr sz="2025" b="1">
                <a:solidFill>
                  <a:srgbClr val="8E6077"/>
                </a:solidFill>
                <a:latin typeface="Malgun Gothic"/>
                <a:ea typeface="Malgun Gothic"/>
                <a:cs typeface="Malgun Gothic"/>
              </a:defRPr>
            </a:lvl6pPr>
            <a:lvl7pPr>
              <a:buNone/>
              <a:defRPr sz="2025" b="1">
                <a:solidFill>
                  <a:srgbClr val="8E6077"/>
                </a:solidFill>
                <a:latin typeface="Malgun Gothic"/>
                <a:ea typeface="Malgun Gothic"/>
                <a:cs typeface="Malgun Gothic"/>
              </a:defRPr>
            </a:lvl7pPr>
            <a:lvl8pPr>
              <a:buNone/>
              <a:defRPr sz="2025" b="1">
                <a:solidFill>
                  <a:srgbClr val="8E6077"/>
                </a:solidFill>
                <a:latin typeface="Malgun Gothic"/>
                <a:ea typeface="Malgun Gothic"/>
                <a:cs typeface="Malgun Gothic"/>
              </a:defRPr>
            </a:lvl8pPr>
            <a:lvl9pPr>
              <a:buNone/>
              <a:defRPr sz="202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실사용 안정화</a:t>
            </a:r>
          </a:p>
        </p:txBody>
      </p:sp>
      <p:sp>
        <p:nvSpPr>
          <p:cNvPr id="6" name="copy-85">
            <a:extLst>
              <a:ext uri="{FF2B5EF4-FFF2-40B4-BE49-F238E27FC236}">
                <a16:creationId xmlns:a16="http://schemas.microsoft.com/office/drawing/2014/main" id="{BEBD4333-A40F-4A28-ACE7-19CA39886DFA}"/>
              </a:ext>
            </a:extLst>
          </p:cNvPr>
          <p:cNvSpPr>
            <a:spLocks noGrp="1"/>
          </p:cNvSpPr>
          <p:nvPr/>
        </p:nvSpPr>
        <p:spPr>
          <a:xfrm>
            <a:off x="3276600" y="3857625"/>
            <a:ext cx="8305800" cy="419100"/>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저장·조회·복구를 반복 확인하며 불편 개선</a:t>
            </a:r>
          </a:p>
        </p:txBody>
      </p:sp>
      <p:sp>
        <p:nvSpPr>
          <p:cNvPr id="7" name="copy-86">
            <a:extLst>
              <a:ext uri="{FF2B5EF4-FFF2-40B4-BE49-F238E27FC236}">
                <a16:creationId xmlns:a16="http://schemas.microsoft.com/office/drawing/2014/main" id="{BE90653C-642C-41FD-96F6-DDA0ED64047E}"/>
              </a:ext>
            </a:extLst>
          </p:cNvPr>
          <p:cNvSpPr>
            <a:spLocks noGrp="1"/>
          </p:cNvSpPr>
          <p:nvPr/>
        </p:nvSpPr>
        <p:spPr>
          <a:xfrm>
            <a:off x="609600" y="4391025"/>
            <a:ext cx="2362200" cy="409575"/>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025" b="1">
                <a:solidFill>
                  <a:srgbClr val="8E6077"/>
                </a:solidFill>
                <a:latin typeface="Malgun Gothic"/>
                <a:ea typeface="Malgun Gothic"/>
                <a:cs typeface="Malgun Gothic"/>
              </a:defRPr>
            </a:lvl1pPr>
            <a:lvl2pPr>
              <a:buNone/>
              <a:defRPr sz="2025" b="1">
                <a:solidFill>
                  <a:srgbClr val="8E6077"/>
                </a:solidFill>
                <a:latin typeface="Malgun Gothic"/>
                <a:ea typeface="Malgun Gothic"/>
                <a:cs typeface="Malgun Gothic"/>
              </a:defRPr>
            </a:lvl2pPr>
            <a:lvl3pPr>
              <a:buNone/>
              <a:defRPr sz="2025" b="1">
                <a:solidFill>
                  <a:srgbClr val="8E6077"/>
                </a:solidFill>
                <a:latin typeface="Malgun Gothic"/>
                <a:ea typeface="Malgun Gothic"/>
                <a:cs typeface="Malgun Gothic"/>
              </a:defRPr>
            </a:lvl3pPr>
            <a:lvl4pPr>
              <a:buNone/>
              <a:defRPr sz="2025" b="1">
                <a:solidFill>
                  <a:srgbClr val="8E6077"/>
                </a:solidFill>
                <a:latin typeface="Malgun Gothic"/>
                <a:ea typeface="Malgun Gothic"/>
                <a:cs typeface="Malgun Gothic"/>
              </a:defRPr>
            </a:lvl4pPr>
            <a:lvl5pPr>
              <a:buNone/>
              <a:defRPr sz="2025" b="1">
                <a:solidFill>
                  <a:srgbClr val="8E6077"/>
                </a:solidFill>
                <a:latin typeface="Malgun Gothic"/>
                <a:ea typeface="Malgun Gothic"/>
                <a:cs typeface="Malgun Gothic"/>
              </a:defRPr>
            </a:lvl5pPr>
            <a:lvl6pPr>
              <a:buNone/>
              <a:defRPr sz="2025" b="1">
                <a:solidFill>
                  <a:srgbClr val="8E6077"/>
                </a:solidFill>
                <a:latin typeface="Malgun Gothic"/>
                <a:ea typeface="Malgun Gothic"/>
                <a:cs typeface="Malgun Gothic"/>
              </a:defRPr>
            </a:lvl6pPr>
            <a:lvl7pPr>
              <a:buNone/>
              <a:defRPr sz="2025" b="1">
                <a:solidFill>
                  <a:srgbClr val="8E6077"/>
                </a:solidFill>
                <a:latin typeface="Malgun Gothic"/>
                <a:ea typeface="Malgun Gothic"/>
                <a:cs typeface="Malgun Gothic"/>
              </a:defRPr>
            </a:lvl7pPr>
            <a:lvl8pPr>
              <a:buNone/>
              <a:defRPr sz="2025" b="1">
                <a:solidFill>
                  <a:srgbClr val="8E6077"/>
                </a:solidFill>
                <a:latin typeface="Malgun Gothic"/>
                <a:ea typeface="Malgun Gothic"/>
                <a:cs typeface="Malgun Gothic"/>
              </a:defRPr>
            </a:lvl8pPr>
            <a:lvl9pPr>
              <a:buNone/>
              <a:defRPr sz="202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성능 확인</a:t>
            </a:r>
          </a:p>
        </p:txBody>
      </p:sp>
      <p:sp>
        <p:nvSpPr>
          <p:cNvPr id="8" name="copy-87">
            <a:extLst>
              <a:ext uri="{FF2B5EF4-FFF2-40B4-BE49-F238E27FC236}">
                <a16:creationId xmlns:a16="http://schemas.microsoft.com/office/drawing/2014/main" id="{FA25D181-12A4-47E8-B114-577575B09F7C}"/>
              </a:ext>
            </a:extLst>
          </p:cNvPr>
          <p:cNvSpPr>
            <a:spLocks noGrp="1"/>
          </p:cNvSpPr>
          <p:nvPr/>
        </p:nvSpPr>
        <p:spPr>
          <a:xfrm>
            <a:off x="3276600" y="4400550"/>
            <a:ext cx="8305800" cy="419100"/>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CPU·메모리 사용량과 장시간 동작 측정</a:t>
            </a:r>
          </a:p>
        </p:txBody>
      </p:sp>
      <p:sp>
        <p:nvSpPr>
          <p:cNvPr id="9" name="copy-88">
            <a:extLst>
              <a:ext uri="{FF2B5EF4-FFF2-40B4-BE49-F238E27FC236}">
                <a16:creationId xmlns:a16="http://schemas.microsoft.com/office/drawing/2014/main" id="{44481817-6C3B-4A43-B85F-36B9C2225383}"/>
              </a:ext>
            </a:extLst>
          </p:cNvPr>
          <p:cNvSpPr>
            <a:spLocks noGrp="1"/>
          </p:cNvSpPr>
          <p:nvPr/>
        </p:nvSpPr>
        <p:spPr>
          <a:xfrm>
            <a:off x="609600" y="4933950"/>
            <a:ext cx="2362200" cy="409575"/>
          </a:xfrm>
          <a:prstGeom prst="rect">
            <a:avLst/>
          </a:prstGeom>
          <a:noFill/>
          <a:ln w="0">
            <a:noFill/>
          </a:ln>
        </p:spPr>
        <p:txBody>
          <a:bodyPr wrap="square" lIns="0" tIns="0" rIns="0" bIns="0" anchor="t">
            <a:noAutofit/>
          </a:bodyPr>
          <a:lstStyle>
            <a:defPPr>
              <a:defRPr sz="2200" b="1">
                <a:solidFill>
                  <a:srgbClr val="8E6077"/>
                </a:solidFill>
                <a:latin typeface="Malgun Gothic"/>
                <a:ea typeface="Malgun Gothic"/>
                <a:cs typeface="Malgun Gothic"/>
              </a:defRPr>
            </a:defPPr>
            <a:lvl1pPr>
              <a:buNone/>
              <a:defRPr sz="2025" b="1">
                <a:solidFill>
                  <a:srgbClr val="8E6077"/>
                </a:solidFill>
                <a:latin typeface="Malgun Gothic"/>
                <a:ea typeface="Malgun Gothic"/>
                <a:cs typeface="Malgun Gothic"/>
              </a:defRPr>
            </a:lvl1pPr>
            <a:lvl2pPr>
              <a:buNone/>
              <a:defRPr sz="2025" b="1">
                <a:solidFill>
                  <a:srgbClr val="8E6077"/>
                </a:solidFill>
                <a:latin typeface="Malgun Gothic"/>
                <a:ea typeface="Malgun Gothic"/>
                <a:cs typeface="Malgun Gothic"/>
              </a:defRPr>
            </a:lvl2pPr>
            <a:lvl3pPr>
              <a:buNone/>
              <a:defRPr sz="2025" b="1">
                <a:solidFill>
                  <a:srgbClr val="8E6077"/>
                </a:solidFill>
                <a:latin typeface="Malgun Gothic"/>
                <a:ea typeface="Malgun Gothic"/>
                <a:cs typeface="Malgun Gothic"/>
              </a:defRPr>
            </a:lvl3pPr>
            <a:lvl4pPr>
              <a:buNone/>
              <a:defRPr sz="2025" b="1">
                <a:solidFill>
                  <a:srgbClr val="8E6077"/>
                </a:solidFill>
                <a:latin typeface="Malgun Gothic"/>
                <a:ea typeface="Malgun Gothic"/>
                <a:cs typeface="Malgun Gothic"/>
              </a:defRPr>
            </a:lvl4pPr>
            <a:lvl5pPr>
              <a:buNone/>
              <a:defRPr sz="2025" b="1">
                <a:solidFill>
                  <a:srgbClr val="8E6077"/>
                </a:solidFill>
                <a:latin typeface="Malgun Gothic"/>
                <a:ea typeface="Malgun Gothic"/>
                <a:cs typeface="Malgun Gothic"/>
              </a:defRPr>
            </a:lvl5pPr>
            <a:lvl6pPr>
              <a:buNone/>
              <a:defRPr sz="2025" b="1">
                <a:solidFill>
                  <a:srgbClr val="8E6077"/>
                </a:solidFill>
                <a:latin typeface="Malgun Gothic"/>
                <a:ea typeface="Malgun Gothic"/>
                <a:cs typeface="Malgun Gothic"/>
              </a:defRPr>
            </a:lvl6pPr>
            <a:lvl7pPr>
              <a:buNone/>
              <a:defRPr sz="2025" b="1">
                <a:solidFill>
                  <a:srgbClr val="8E6077"/>
                </a:solidFill>
                <a:latin typeface="Malgun Gothic"/>
                <a:ea typeface="Malgun Gothic"/>
                <a:cs typeface="Malgun Gothic"/>
              </a:defRPr>
            </a:lvl7pPr>
            <a:lvl8pPr>
              <a:buNone/>
              <a:defRPr sz="2025" b="1">
                <a:solidFill>
                  <a:srgbClr val="8E6077"/>
                </a:solidFill>
                <a:latin typeface="Malgun Gothic"/>
                <a:ea typeface="Malgun Gothic"/>
                <a:cs typeface="Malgun Gothic"/>
              </a:defRPr>
            </a:lvl8pPr>
            <a:lvl9pPr>
              <a:buNone/>
              <a:defRPr sz="2025" b="1">
                <a:solidFill>
                  <a:srgbClr val="8E6077"/>
                </a:solidFill>
                <a:latin typeface="Malgun Gothic"/>
                <a:ea typeface="Malgun Gothic"/>
                <a:cs typeface="Malgun Gothic"/>
              </a:defRPr>
            </a:lvl9pPr>
          </a:lstStyle>
          <a:p>
            <a:pPr>
              <a:buNone/>
              <a:defRPr sz="2200" b="1">
                <a:solidFill>
                  <a:srgbClr val="8E6077"/>
                </a:solidFill>
                <a:latin typeface="Malgun Gothic"/>
                <a:ea typeface="Malgun Gothic"/>
                <a:cs typeface="Malgun Gothic"/>
              </a:defRPr>
            </a:pPr>
            <a:r>
              <a:rPr sz="2200" b="1">
                <a:solidFill>
                  <a:srgbClr val="8E6077"/>
                </a:solidFill>
                <a:latin typeface="Malgun Gothic"/>
                <a:ea typeface="Malgun Gothic"/>
                <a:cs typeface="Malgun Gothic"/>
              </a:rPr>
              <a:t>배포 정리</a:t>
            </a:r>
          </a:p>
        </p:txBody>
      </p:sp>
      <p:sp>
        <p:nvSpPr>
          <p:cNvPr id="10" name="copy-89">
            <a:extLst>
              <a:ext uri="{FF2B5EF4-FFF2-40B4-BE49-F238E27FC236}">
                <a16:creationId xmlns:a16="http://schemas.microsoft.com/office/drawing/2014/main" id="{E0E84F84-42B4-4417-A320-43280A1A0E76}"/>
              </a:ext>
            </a:extLst>
          </p:cNvPr>
          <p:cNvSpPr>
            <a:spLocks noGrp="1"/>
          </p:cNvSpPr>
          <p:nvPr/>
        </p:nvSpPr>
        <p:spPr>
          <a:xfrm>
            <a:off x="3276600" y="4943475"/>
            <a:ext cx="8305800" cy="419100"/>
          </a:xfrm>
          <a:prstGeom prst="rect">
            <a:avLst/>
          </a:prstGeom>
          <a:noFill/>
          <a:ln w="0">
            <a:noFill/>
          </a:ln>
        </p:spPr>
        <p:txBody>
          <a:bodyPr wrap="square" lIns="0" tIns="0" rIns="0" bIns="0" anchor="t">
            <a:noAutofit/>
          </a:bodyPr>
          <a:lstStyle>
            <a:defPPr>
              <a:defRPr sz="1800">
                <a:solidFill>
                  <a:srgbClr val="37313D"/>
                </a:solidFill>
                <a:latin typeface="Malgun Gothic"/>
                <a:ea typeface="Malgun Gothic"/>
                <a:cs typeface="Malgun Gothic"/>
              </a:defRPr>
            </a:defPPr>
            <a:lvl1pPr>
              <a:buNone/>
              <a:defRPr sz="1875">
                <a:solidFill>
                  <a:srgbClr val="37313D"/>
                </a:solidFill>
                <a:latin typeface="Malgun Gothic"/>
                <a:ea typeface="Malgun Gothic"/>
                <a:cs typeface="Malgun Gothic"/>
              </a:defRPr>
            </a:lvl1pPr>
            <a:lvl2pPr>
              <a:buNone/>
              <a:defRPr sz="1875">
                <a:solidFill>
                  <a:srgbClr val="37313D"/>
                </a:solidFill>
                <a:latin typeface="Malgun Gothic"/>
                <a:ea typeface="Malgun Gothic"/>
                <a:cs typeface="Malgun Gothic"/>
              </a:defRPr>
            </a:lvl2pPr>
            <a:lvl3pPr>
              <a:buNone/>
              <a:defRPr sz="1875">
                <a:solidFill>
                  <a:srgbClr val="37313D"/>
                </a:solidFill>
                <a:latin typeface="Malgun Gothic"/>
                <a:ea typeface="Malgun Gothic"/>
                <a:cs typeface="Malgun Gothic"/>
              </a:defRPr>
            </a:lvl3pPr>
            <a:lvl4pPr>
              <a:buNone/>
              <a:defRPr sz="1875">
                <a:solidFill>
                  <a:srgbClr val="37313D"/>
                </a:solidFill>
                <a:latin typeface="Malgun Gothic"/>
                <a:ea typeface="Malgun Gothic"/>
                <a:cs typeface="Malgun Gothic"/>
              </a:defRPr>
            </a:lvl4pPr>
            <a:lvl5pPr>
              <a:buNone/>
              <a:defRPr sz="1875">
                <a:solidFill>
                  <a:srgbClr val="37313D"/>
                </a:solidFill>
                <a:latin typeface="Malgun Gothic"/>
                <a:ea typeface="Malgun Gothic"/>
                <a:cs typeface="Malgun Gothic"/>
              </a:defRPr>
            </a:lvl5pPr>
            <a:lvl6pPr>
              <a:buNone/>
              <a:defRPr sz="1875">
                <a:solidFill>
                  <a:srgbClr val="37313D"/>
                </a:solidFill>
                <a:latin typeface="Malgun Gothic"/>
                <a:ea typeface="Malgun Gothic"/>
                <a:cs typeface="Malgun Gothic"/>
              </a:defRPr>
            </a:lvl6pPr>
            <a:lvl7pPr>
              <a:buNone/>
              <a:defRPr sz="1875">
                <a:solidFill>
                  <a:srgbClr val="37313D"/>
                </a:solidFill>
                <a:latin typeface="Malgun Gothic"/>
                <a:ea typeface="Malgun Gothic"/>
                <a:cs typeface="Malgun Gothic"/>
              </a:defRPr>
            </a:lvl7pPr>
            <a:lvl8pPr>
              <a:buNone/>
              <a:defRPr sz="1875">
                <a:solidFill>
                  <a:srgbClr val="37313D"/>
                </a:solidFill>
                <a:latin typeface="Malgun Gothic"/>
                <a:ea typeface="Malgun Gothic"/>
                <a:cs typeface="Malgun Gothic"/>
              </a:defRPr>
            </a:lvl8pPr>
            <a:lvl9pPr>
              <a:buNone/>
              <a:defRPr sz="1875">
                <a:solidFill>
                  <a:srgbClr val="37313D"/>
                </a:solidFill>
                <a:latin typeface="Malgun Gothic"/>
                <a:ea typeface="Malgun Gothic"/>
                <a:cs typeface="Malgun Gothic"/>
              </a:defRPr>
            </a:lvl9pPr>
          </a:lstStyle>
          <a:p>
            <a:pPr>
              <a:buNone/>
              <a:defRPr sz="1800">
                <a:solidFill>
                  <a:srgbClr val="37313D"/>
                </a:solidFill>
                <a:latin typeface="Malgun Gothic"/>
                <a:ea typeface="Malgun Gothic"/>
                <a:cs typeface="Malgun Gothic"/>
              </a:defRPr>
            </a:pPr>
            <a:r>
              <a:rPr sz="1800">
                <a:solidFill>
                  <a:srgbClr val="37313D"/>
                </a:solidFill>
                <a:latin typeface="Malgun Gothic"/>
                <a:ea typeface="Malgun Gothic"/>
                <a:cs typeface="Malgun Gothic"/>
              </a:rPr>
              <a:t>실행본·공개본의 버전과 사용 안내 정리</a:t>
            </a:r>
          </a:p>
        </p:txBody>
      </p:sp>
      <p:sp>
        <p:nvSpPr>
          <p:cNvPr id="11" name="직사각형 10">
            <a:extLst>
              <a:ext uri="{FF2B5EF4-FFF2-40B4-BE49-F238E27FC236}">
                <a16:creationId xmlns:a16="http://schemas.microsoft.com/office/drawing/2014/main" id="{9E5AA597-C840-48DC-A626-1BD638880705}"/>
              </a:ext>
            </a:extLst>
          </p:cNvPr>
          <p:cNvSpPr>
            <a:spLocks noGrp="1"/>
          </p:cNvSpPr>
          <p:nvPr/>
        </p:nvSpPr>
        <p:spPr>
          <a:xfrm>
            <a:off x="609600" y="5715000"/>
            <a:ext cx="10972800" cy="540000"/>
          </a:xfrm>
          <a:prstGeom prst="rect">
            <a:avLst/>
          </a:prstGeom>
          <a:solidFill>
            <a:srgbClr val="EBD3DF"/>
          </a:solidFill>
          <a:ln w="0">
            <a:noFill/>
          </a:ln>
        </p:spPr>
      </p:sp>
      <p:sp>
        <p:nvSpPr>
          <p:cNvPr id="12" name="copy-90">
            <a:extLst>
              <a:ext uri="{FF2B5EF4-FFF2-40B4-BE49-F238E27FC236}">
                <a16:creationId xmlns:a16="http://schemas.microsoft.com/office/drawing/2014/main" id="{7E2E598B-ED44-49C5-B458-59E0DDB231FE}"/>
              </a:ext>
            </a:extLst>
          </p:cNvPr>
          <p:cNvSpPr>
            <a:spLocks noGrp="1"/>
          </p:cNvSpPr>
          <p:nvPr/>
        </p:nvSpPr>
        <p:spPr>
          <a:xfrm>
            <a:off x="800100" y="5838825"/>
            <a:ext cx="6667500" cy="361950"/>
          </a:xfrm>
          <a:prstGeom prst="rect">
            <a:avLst/>
          </a:prstGeom>
          <a:noFill/>
          <a:ln w="0">
            <a:noFill/>
          </a:ln>
        </p:spPr>
        <p:txBody>
          <a:bodyPr wrap="square" lIns="0" tIns="0" rIns="0" bIns="0" anchor="t">
            <a:noAutofit/>
          </a:bodyPr>
          <a:lstStyle>
            <a:defPPr>
              <a:defRPr sz="2200" b="1">
                <a:solidFill>
                  <a:srgbClr val="37313D"/>
                </a:solidFill>
                <a:latin typeface="Malgun Gothic"/>
                <a:ea typeface="Malgun Gothic"/>
                <a:cs typeface="Malgun Gothic"/>
              </a:defRPr>
            </a:defPPr>
            <a:lvl1pPr>
              <a:buNone/>
              <a:defRPr sz="2250" b="1">
                <a:solidFill>
                  <a:srgbClr val="37313D"/>
                </a:solidFill>
                <a:latin typeface="Malgun Gothic"/>
                <a:ea typeface="Malgun Gothic"/>
                <a:cs typeface="Malgun Gothic"/>
              </a:defRPr>
            </a:lvl1pPr>
            <a:lvl2pPr>
              <a:buNone/>
              <a:defRPr sz="2250" b="1">
                <a:solidFill>
                  <a:srgbClr val="37313D"/>
                </a:solidFill>
                <a:latin typeface="Malgun Gothic"/>
                <a:ea typeface="Malgun Gothic"/>
                <a:cs typeface="Malgun Gothic"/>
              </a:defRPr>
            </a:lvl2pPr>
            <a:lvl3pPr>
              <a:buNone/>
              <a:defRPr sz="2250" b="1">
                <a:solidFill>
                  <a:srgbClr val="37313D"/>
                </a:solidFill>
                <a:latin typeface="Malgun Gothic"/>
                <a:ea typeface="Malgun Gothic"/>
                <a:cs typeface="Malgun Gothic"/>
              </a:defRPr>
            </a:lvl3pPr>
            <a:lvl4pPr>
              <a:buNone/>
              <a:defRPr sz="2250" b="1">
                <a:solidFill>
                  <a:srgbClr val="37313D"/>
                </a:solidFill>
                <a:latin typeface="Malgun Gothic"/>
                <a:ea typeface="Malgun Gothic"/>
                <a:cs typeface="Malgun Gothic"/>
              </a:defRPr>
            </a:lvl4pPr>
            <a:lvl5pPr>
              <a:buNone/>
              <a:defRPr sz="2250" b="1">
                <a:solidFill>
                  <a:srgbClr val="37313D"/>
                </a:solidFill>
                <a:latin typeface="Malgun Gothic"/>
                <a:ea typeface="Malgun Gothic"/>
                <a:cs typeface="Malgun Gothic"/>
              </a:defRPr>
            </a:lvl5pPr>
            <a:lvl6pPr>
              <a:buNone/>
              <a:defRPr sz="2250" b="1">
                <a:solidFill>
                  <a:srgbClr val="37313D"/>
                </a:solidFill>
                <a:latin typeface="Malgun Gothic"/>
                <a:ea typeface="Malgun Gothic"/>
                <a:cs typeface="Malgun Gothic"/>
              </a:defRPr>
            </a:lvl6pPr>
            <a:lvl7pPr>
              <a:buNone/>
              <a:defRPr sz="2250" b="1">
                <a:solidFill>
                  <a:srgbClr val="37313D"/>
                </a:solidFill>
                <a:latin typeface="Malgun Gothic"/>
                <a:ea typeface="Malgun Gothic"/>
                <a:cs typeface="Malgun Gothic"/>
              </a:defRPr>
            </a:lvl7pPr>
            <a:lvl8pPr>
              <a:buNone/>
              <a:defRPr sz="2250" b="1">
                <a:solidFill>
                  <a:srgbClr val="37313D"/>
                </a:solidFill>
                <a:latin typeface="Malgun Gothic"/>
                <a:ea typeface="Malgun Gothic"/>
                <a:cs typeface="Malgun Gothic"/>
              </a:defRPr>
            </a:lvl8pPr>
            <a:lvl9pPr>
              <a:buNone/>
              <a:defRPr sz="2250" b="1">
                <a:solidFill>
                  <a:srgbClr val="37313D"/>
                </a:solidFill>
                <a:latin typeface="Malgun Gothic"/>
                <a:ea typeface="Malgun Gothic"/>
                <a:cs typeface="Malgun Gothic"/>
              </a:defRPr>
            </a:lvl9pPr>
          </a:lstStyle>
          <a:p>
            <a:pPr>
              <a:buNone/>
              <a:defRPr sz="2200" b="1">
                <a:solidFill>
                  <a:srgbClr val="37313D"/>
                </a:solidFill>
                <a:latin typeface="Malgun Gothic"/>
                <a:ea typeface="Malgun Gothic"/>
                <a:cs typeface="Malgun Gothic"/>
              </a:defRPr>
            </a:pPr>
            <a:r>
              <a:rPr sz="2200" b="1">
                <a:solidFill>
                  <a:srgbClr val="37313D"/>
                </a:solidFill>
                <a:latin typeface="Malgun Gothic"/>
                <a:ea typeface="Malgun Gothic"/>
                <a:cs typeface="Malgun Gothic"/>
              </a:rPr>
              <a:t>앱 시연과 질의응답</a:t>
            </a:r>
          </a:p>
        </p:txBody>
      </p:sp>
      <p:sp>
        <p:nvSpPr>
          <p:cNvPr id="13" name="copy-91">
            <a:extLst>
              <a:ext uri="{FF2B5EF4-FFF2-40B4-BE49-F238E27FC236}">
                <a16:creationId xmlns:a16="http://schemas.microsoft.com/office/drawing/2014/main" id="{FE8EB139-7BDB-460C-8B29-D9D4945D1F41}"/>
              </a:ext>
            </a:extLst>
          </p:cNvPr>
          <p:cNvSpPr>
            <a:spLocks noGrp="1"/>
          </p:cNvSpPr>
          <p:nvPr/>
        </p:nvSpPr>
        <p:spPr>
          <a:xfrm>
            <a:off x="7715250" y="5905500"/>
            <a:ext cx="3676650" cy="266700"/>
          </a:xfrm>
          <a:prstGeom prst="rect">
            <a:avLst/>
          </a:prstGeom>
          <a:noFill/>
          <a:ln w="0">
            <a:noFill/>
          </a:ln>
        </p:spPr>
        <p:txBody>
          <a:bodyPr wrap="square" lIns="0" tIns="0" rIns="0" bIns="0" anchor="t">
            <a:noAutofit/>
          </a:bodyPr>
          <a:lstStyle>
            <a:defPPr algn="r">
              <a:defRPr sz="1500">
                <a:solidFill>
                  <a:srgbClr val="5F5665"/>
                </a:solidFill>
                <a:latin typeface="Malgun Gothic"/>
                <a:ea typeface="Malgun Gothic"/>
                <a:cs typeface="Malgun Gothic"/>
              </a:defRPr>
            </a:defPPr>
            <a:lvl1pPr algn="r">
              <a:buNone/>
              <a:defRPr sz="1725">
                <a:solidFill>
                  <a:srgbClr val="37313D"/>
                </a:solidFill>
                <a:latin typeface="Malgun Gothic"/>
                <a:ea typeface="Malgun Gothic"/>
                <a:cs typeface="Malgun Gothic"/>
              </a:defRPr>
            </a:lvl1pPr>
            <a:lvl2pPr algn="r">
              <a:buNone/>
              <a:defRPr sz="1725">
                <a:solidFill>
                  <a:srgbClr val="37313D"/>
                </a:solidFill>
                <a:latin typeface="Malgun Gothic"/>
                <a:ea typeface="Malgun Gothic"/>
                <a:cs typeface="Malgun Gothic"/>
              </a:defRPr>
            </a:lvl2pPr>
            <a:lvl3pPr algn="r">
              <a:buNone/>
              <a:defRPr sz="1725">
                <a:solidFill>
                  <a:srgbClr val="37313D"/>
                </a:solidFill>
                <a:latin typeface="Malgun Gothic"/>
                <a:ea typeface="Malgun Gothic"/>
                <a:cs typeface="Malgun Gothic"/>
              </a:defRPr>
            </a:lvl3pPr>
            <a:lvl4pPr algn="r">
              <a:buNone/>
              <a:defRPr sz="1725">
                <a:solidFill>
                  <a:srgbClr val="37313D"/>
                </a:solidFill>
                <a:latin typeface="Malgun Gothic"/>
                <a:ea typeface="Malgun Gothic"/>
                <a:cs typeface="Malgun Gothic"/>
              </a:defRPr>
            </a:lvl4pPr>
            <a:lvl5pPr algn="r">
              <a:buNone/>
              <a:defRPr sz="1725">
                <a:solidFill>
                  <a:srgbClr val="37313D"/>
                </a:solidFill>
                <a:latin typeface="Malgun Gothic"/>
                <a:ea typeface="Malgun Gothic"/>
                <a:cs typeface="Malgun Gothic"/>
              </a:defRPr>
            </a:lvl5pPr>
            <a:lvl6pPr algn="r">
              <a:buNone/>
              <a:defRPr sz="1725">
                <a:solidFill>
                  <a:srgbClr val="37313D"/>
                </a:solidFill>
                <a:latin typeface="Malgun Gothic"/>
                <a:ea typeface="Malgun Gothic"/>
                <a:cs typeface="Malgun Gothic"/>
              </a:defRPr>
            </a:lvl6pPr>
            <a:lvl7pPr algn="r">
              <a:buNone/>
              <a:defRPr sz="1725">
                <a:solidFill>
                  <a:srgbClr val="37313D"/>
                </a:solidFill>
                <a:latin typeface="Malgun Gothic"/>
                <a:ea typeface="Malgun Gothic"/>
                <a:cs typeface="Malgun Gothic"/>
              </a:defRPr>
            </a:lvl7pPr>
            <a:lvl8pPr algn="r">
              <a:buNone/>
              <a:defRPr sz="1725">
                <a:solidFill>
                  <a:srgbClr val="37313D"/>
                </a:solidFill>
                <a:latin typeface="Malgun Gothic"/>
                <a:ea typeface="Malgun Gothic"/>
                <a:cs typeface="Malgun Gothic"/>
              </a:defRPr>
            </a:lvl8pPr>
            <a:lvl9pPr algn="r">
              <a:buNone/>
              <a:defRPr sz="1725">
                <a:solidFill>
                  <a:srgbClr val="37313D"/>
                </a:solidFill>
                <a:latin typeface="Malgun Gothic"/>
                <a:ea typeface="Malgun Gothic"/>
                <a:cs typeface="Malgun Gothic"/>
              </a:defRPr>
            </a:lvl9pPr>
          </a:lstStyle>
          <a:p>
            <a:pPr algn="r">
              <a:buNone/>
              <a:defRPr sz="1500">
                <a:solidFill>
                  <a:srgbClr val="5F5665"/>
                </a:solidFill>
                <a:latin typeface="Malgun Gothic"/>
                <a:ea typeface="Malgun Gothic"/>
                <a:cs typeface="Malgun Gothic"/>
              </a:defRPr>
            </a:pPr>
            <a:r>
              <a:rPr sz="1500">
                <a:solidFill>
                  <a:srgbClr val="5F5665"/>
                </a:solidFill>
                <a:latin typeface="Malgun Gothic"/>
                <a:ea typeface="Malgun Gothic"/>
                <a:cs typeface="Malgun Gothic"/>
              </a:rPr>
              <a:t>약 90초 핵심 시연 후 질문</a:t>
            </a:r>
          </a:p>
        </p:txBody>
      </p:sp>
      <p:sp>
        <p:nvSpPr>
          <p:cNvPr id="15" name="closing-mark-P">
            <a:extLst>
              <a:ext uri="{FF2B5EF4-FFF2-40B4-BE49-F238E27FC236}">
                <a16:creationId xmlns:a16="http://schemas.microsoft.com/office/drawing/2014/main" id="{F368CBEB-FE30-4538-A6D7-C483415B8052}"/>
              </a:ext>
            </a:extLst>
          </p:cNvPr>
          <p:cNvSpPr>
            <a:spLocks noGrp="1"/>
          </p:cNvSpPr>
          <p:nvPr/>
        </p:nvSpPr>
        <p:spPr>
          <a:xfrm>
            <a:off x="8991600" y="551498"/>
            <a:ext cx="666750" cy="762000"/>
          </a:xfrm>
          <a:prstGeom prst="rect">
            <a:avLst/>
          </a:prstGeom>
          <a:noFill/>
          <a:ln w="0">
            <a:noFill/>
          </a:ln>
        </p:spPr>
        <p:txBody>
          <a:bodyPr wrap="none" lIns="0" tIns="0" rIns="0" bIns="0" anchor="t">
            <a:noAutofit/>
          </a:bodyPr>
          <a:lstStyle>
            <a:defPPr algn="ctr">
              <a:defRPr sz="3960" b="1">
                <a:solidFill>
                  <a:srgbClr val="704F64"/>
                </a:solidFill>
                <a:latin typeface="Bahnschrift"/>
                <a:ea typeface="Bahnschrift"/>
                <a:cs typeface="Bahnschrift"/>
              </a:defRPr>
            </a:defPPr>
            <a:lvl1pPr algn="ctr">
              <a:buNone/>
              <a:defRPr sz="3300" b="1">
                <a:solidFill>
                  <a:srgbClr val="704F64"/>
                </a:solidFill>
                <a:latin typeface="Bahnschrift"/>
                <a:ea typeface="Bahnschrift"/>
                <a:cs typeface="Bahnschrift"/>
              </a:defRPr>
            </a:lvl1pPr>
            <a:lvl2pPr algn="ctr">
              <a:buNone/>
              <a:defRPr sz="3300" b="1">
                <a:solidFill>
                  <a:srgbClr val="704F64"/>
                </a:solidFill>
                <a:latin typeface="Bahnschrift"/>
                <a:ea typeface="Bahnschrift"/>
                <a:cs typeface="Bahnschrift"/>
              </a:defRPr>
            </a:lvl2pPr>
            <a:lvl3pPr algn="ctr">
              <a:buNone/>
              <a:defRPr sz="3300" b="1">
                <a:solidFill>
                  <a:srgbClr val="704F64"/>
                </a:solidFill>
                <a:latin typeface="Bahnschrift"/>
                <a:ea typeface="Bahnschrift"/>
                <a:cs typeface="Bahnschrift"/>
              </a:defRPr>
            </a:lvl3pPr>
            <a:lvl4pPr algn="ctr">
              <a:buNone/>
              <a:defRPr sz="3300" b="1">
                <a:solidFill>
                  <a:srgbClr val="704F64"/>
                </a:solidFill>
                <a:latin typeface="Bahnschrift"/>
                <a:ea typeface="Bahnschrift"/>
                <a:cs typeface="Bahnschrift"/>
              </a:defRPr>
            </a:lvl4pPr>
            <a:lvl5pPr algn="ctr">
              <a:buNone/>
              <a:defRPr sz="3300" b="1">
                <a:solidFill>
                  <a:srgbClr val="704F64"/>
                </a:solidFill>
                <a:latin typeface="Bahnschrift"/>
                <a:ea typeface="Bahnschrift"/>
                <a:cs typeface="Bahnschrift"/>
              </a:defRPr>
            </a:lvl5pPr>
            <a:lvl6pPr algn="ctr">
              <a:buNone/>
              <a:defRPr sz="3300" b="1">
                <a:solidFill>
                  <a:srgbClr val="704F64"/>
                </a:solidFill>
                <a:latin typeface="Bahnschrift"/>
                <a:ea typeface="Bahnschrift"/>
                <a:cs typeface="Bahnschrift"/>
              </a:defRPr>
            </a:lvl6pPr>
            <a:lvl7pPr algn="ctr">
              <a:buNone/>
              <a:defRPr sz="3300" b="1">
                <a:solidFill>
                  <a:srgbClr val="704F64"/>
                </a:solidFill>
                <a:latin typeface="Bahnschrift"/>
                <a:ea typeface="Bahnschrift"/>
                <a:cs typeface="Bahnschrift"/>
              </a:defRPr>
            </a:lvl7pPr>
            <a:lvl8pPr algn="ctr">
              <a:buNone/>
              <a:defRPr sz="3300" b="1">
                <a:solidFill>
                  <a:srgbClr val="704F64"/>
                </a:solidFill>
                <a:latin typeface="Bahnschrift"/>
                <a:ea typeface="Bahnschrift"/>
                <a:cs typeface="Bahnschrift"/>
              </a:defRPr>
            </a:lvl8pPr>
            <a:lvl9pPr algn="ctr">
              <a:buNone/>
              <a:defRPr sz="3300" b="1">
                <a:solidFill>
                  <a:srgbClr val="704F64"/>
                </a:solidFill>
                <a:latin typeface="Bahnschrift"/>
                <a:ea typeface="Bahnschrift"/>
                <a:cs typeface="Bahnschrift"/>
              </a:defRPr>
            </a:lvl9pPr>
          </a:lstStyle>
          <a:p>
            <a:pPr algn="ctr">
              <a:buNone/>
              <a:defRPr sz="3960" b="1">
                <a:solidFill>
                  <a:srgbClr val="704F64"/>
                </a:solidFill>
                <a:latin typeface="Bahnschrift"/>
                <a:ea typeface="Bahnschrift"/>
                <a:cs typeface="Bahnschrift"/>
              </a:defRPr>
            </a:pPr>
            <a:r>
              <a:rPr sz="3960" b="1">
                <a:solidFill>
                  <a:srgbClr val="704F64"/>
                </a:solidFill>
                <a:latin typeface="Bahnschrift"/>
                <a:ea typeface="Bahnschrift"/>
                <a:cs typeface="Bahnschrift"/>
              </a:rPr>
              <a:t>P</a:t>
            </a:r>
          </a:p>
        </p:txBody>
      </p:sp>
      <p:sp>
        <p:nvSpPr>
          <p:cNvPr id="16" name="closing-word-Plan">
            <a:extLst>
              <a:ext uri="{FF2B5EF4-FFF2-40B4-BE49-F238E27FC236}">
                <a16:creationId xmlns:a16="http://schemas.microsoft.com/office/drawing/2014/main" id="{F65B10FD-2D92-4E2E-9F4C-724A7954A051}"/>
              </a:ext>
            </a:extLst>
          </p:cNvPr>
          <p:cNvSpPr>
            <a:spLocks noGrp="1"/>
          </p:cNvSpPr>
          <p:nvPr/>
        </p:nvSpPr>
        <p:spPr>
          <a:xfrm>
            <a:off x="8991600" y="1238250"/>
            <a:ext cx="666750" cy="266700"/>
          </a:xfrm>
          <a:prstGeom prst="rect">
            <a:avLst/>
          </a:prstGeom>
          <a:noFill/>
          <a:ln w="0">
            <a:noFill/>
          </a:ln>
        </p:spPr>
        <p:txBody>
          <a:bodyPr wrap="none" lIns="0" tIns="0" rIns="0" bIns="0" anchor="t">
            <a:noAutofit/>
          </a:bodyPr>
          <a:lstStyle>
            <a:defPPr algn="ctr">
              <a:defRPr sz="1500">
                <a:solidFill>
                  <a:srgbClr val="704F64"/>
                </a:solidFill>
                <a:latin typeface="Bahnschrift"/>
                <a:ea typeface="Bahnschrift"/>
                <a:cs typeface="Bahnschrift"/>
              </a:defRPr>
            </a:defPPr>
            <a:lvl1pPr algn="ctr">
              <a:buNone/>
              <a:defRPr sz="1500">
                <a:solidFill>
                  <a:srgbClr val="704F64"/>
                </a:solidFill>
                <a:latin typeface="Bahnschrift"/>
                <a:ea typeface="Bahnschrift"/>
                <a:cs typeface="Bahnschrift"/>
              </a:defRPr>
            </a:lvl1pPr>
            <a:lvl2pPr algn="ctr">
              <a:buNone/>
              <a:defRPr sz="1500">
                <a:solidFill>
                  <a:srgbClr val="704F64"/>
                </a:solidFill>
                <a:latin typeface="Bahnschrift"/>
                <a:ea typeface="Bahnschrift"/>
                <a:cs typeface="Bahnschrift"/>
              </a:defRPr>
            </a:lvl2pPr>
            <a:lvl3pPr algn="ctr">
              <a:buNone/>
              <a:defRPr sz="1500">
                <a:solidFill>
                  <a:srgbClr val="704F64"/>
                </a:solidFill>
                <a:latin typeface="Bahnschrift"/>
                <a:ea typeface="Bahnschrift"/>
                <a:cs typeface="Bahnschrift"/>
              </a:defRPr>
            </a:lvl3pPr>
            <a:lvl4pPr algn="ctr">
              <a:buNone/>
              <a:defRPr sz="1500">
                <a:solidFill>
                  <a:srgbClr val="704F64"/>
                </a:solidFill>
                <a:latin typeface="Bahnschrift"/>
                <a:ea typeface="Bahnschrift"/>
                <a:cs typeface="Bahnschrift"/>
              </a:defRPr>
            </a:lvl4pPr>
            <a:lvl5pPr algn="ctr">
              <a:buNone/>
              <a:defRPr sz="1500">
                <a:solidFill>
                  <a:srgbClr val="704F64"/>
                </a:solidFill>
                <a:latin typeface="Bahnschrift"/>
                <a:ea typeface="Bahnschrift"/>
                <a:cs typeface="Bahnschrift"/>
              </a:defRPr>
            </a:lvl5pPr>
            <a:lvl6pPr algn="ctr">
              <a:buNone/>
              <a:defRPr sz="1500">
                <a:solidFill>
                  <a:srgbClr val="704F64"/>
                </a:solidFill>
                <a:latin typeface="Bahnschrift"/>
                <a:ea typeface="Bahnschrift"/>
                <a:cs typeface="Bahnschrift"/>
              </a:defRPr>
            </a:lvl6pPr>
            <a:lvl7pPr algn="ctr">
              <a:buNone/>
              <a:defRPr sz="1500">
                <a:solidFill>
                  <a:srgbClr val="704F64"/>
                </a:solidFill>
                <a:latin typeface="Bahnschrift"/>
                <a:ea typeface="Bahnschrift"/>
                <a:cs typeface="Bahnschrift"/>
              </a:defRPr>
            </a:lvl7pPr>
            <a:lvl8pPr algn="ctr">
              <a:buNone/>
              <a:defRPr sz="1500">
                <a:solidFill>
                  <a:srgbClr val="704F64"/>
                </a:solidFill>
                <a:latin typeface="Bahnschrift"/>
                <a:ea typeface="Bahnschrift"/>
                <a:cs typeface="Bahnschrift"/>
              </a:defRPr>
            </a:lvl8pPr>
            <a:lvl9pPr algn="ctr">
              <a:buNone/>
              <a:defRPr sz="1500">
                <a:solidFill>
                  <a:srgbClr val="704F64"/>
                </a:solidFill>
                <a:latin typeface="Bahnschrift"/>
                <a:ea typeface="Bahnschrift"/>
                <a:cs typeface="Bahnschrift"/>
              </a:defRPr>
            </a:lvl9pPr>
          </a:lstStyle>
          <a:p>
            <a:pPr algn="ctr">
              <a:buNone/>
              <a:defRPr sz="1500">
                <a:solidFill>
                  <a:srgbClr val="704F64"/>
                </a:solidFill>
                <a:latin typeface="Bahnschrift"/>
                <a:ea typeface="Bahnschrift"/>
                <a:cs typeface="Bahnschrift"/>
              </a:defRPr>
            </a:pPr>
            <a:r>
              <a:rPr sz="1500">
                <a:solidFill>
                  <a:srgbClr val="704F64"/>
                </a:solidFill>
                <a:latin typeface="Bahnschrift"/>
                <a:ea typeface="Bahnschrift"/>
                <a:cs typeface="Bahnschrift"/>
              </a:rPr>
              <a:t>Plan</a:t>
            </a:r>
          </a:p>
        </p:txBody>
      </p:sp>
      <p:sp>
        <p:nvSpPr>
          <p:cNvPr id="17" name="closing-mark-D">
            <a:extLst>
              <a:ext uri="{FF2B5EF4-FFF2-40B4-BE49-F238E27FC236}">
                <a16:creationId xmlns:a16="http://schemas.microsoft.com/office/drawing/2014/main" id="{ED8F7472-969A-4256-B691-D73C2C2ACC21}"/>
              </a:ext>
            </a:extLst>
          </p:cNvPr>
          <p:cNvSpPr>
            <a:spLocks noGrp="1"/>
          </p:cNvSpPr>
          <p:nvPr/>
        </p:nvSpPr>
        <p:spPr>
          <a:xfrm>
            <a:off x="9886950" y="551498"/>
            <a:ext cx="666750" cy="762000"/>
          </a:xfrm>
          <a:prstGeom prst="rect">
            <a:avLst/>
          </a:prstGeom>
          <a:noFill/>
          <a:ln w="0">
            <a:noFill/>
          </a:ln>
        </p:spPr>
        <p:txBody>
          <a:bodyPr wrap="none" lIns="0" tIns="0" rIns="0" bIns="0" anchor="t">
            <a:noAutofit/>
          </a:bodyPr>
          <a:lstStyle>
            <a:defPPr algn="ctr">
              <a:defRPr sz="3960" b="1">
                <a:solidFill>
                  <a:srgbClr val="90677F"/>
                </a:solidFill>
                <a:latin typeface="Bahnschrift"/>
                <a:ea typeface="Bahnschrift"/>
                <a:cs typeface="Bahnschrift"/>
              </a:defRPr>
            </a:defPPr>
            <a:lvl1pPr algn="ctr">
              <a:buNone/>
              <a:defRPr sz="3300" b="1">
                <a:solidFill>
                  <a:srgbClr val="90677F"/>
                </a:solidFill>
                <a:latin typeface="Bahnschrift"/>
                <a:ea typeface="Bahnschrift"/>
                <a:cs typeface="Bahnschrift"/>
              </a:defRPr>
            </a:lvl1pPr>
            <a:lvl2pPr algn="ctr">
              <a:buNone/>
              <a:defRPr sz="3300" b="1">
                <a:solidFill>
                  <a:srgbClr val="90677F"/>
                </a:solidFill>
                <a:latin typeface="Bahnschrift"/>
                <a:ea typeface="Bahnschrift"/>
                <a:cs typeface="Bahnschrift"/>
              </a:defRPr>
            </a:lvl2pPr>
            <a:lvl3pPr algn="ctr">
              <a:buNone/>
              <a:defRPr sz="3300" b="1">
                <a:solidFill>
                  <a:srgbClr val="90677F"/>
                </a:solidFill>
                <a:latin typeface="Bahnschrift"/>
                <a:ea typeface="Bahnschrift"/>
                <a:cs typeface="Bahnschrift"/>
              </a:defRPr>
            </a:lvl3pPr>
            <a:lvl4pPr algn="ctr">
              <a:buNone/>
              <a:defRPr sz="3300" b="1">
                <a:solidFill>
                  <a:srgbClr val="90677F"/>
                </a:solidFill>
                <a:latin typeface="Bahnschrift"/>
                <a:ea typeface="Bahnschrift"/>
                <a:cs typeface="Bahnschrift"/>
              </a:defRPr>
            </a:lvl4pPr>
            <a:lvl5pPr algn="ctr">
              <a:buNone/>
              <a:defRPr sz="3300" b="1">
                <a:solidFill>
                  <a:srgbClr val="90677F"/>
                </a:solidFill>
                <a:latin typeface="Bahnschrift"/>
                <a:ea typeface="Bahnschrift"/>
                <a:cs typeface="Bahnschrift"/>
              </a:defRPr>
            </a:lvl5pPr>
            <a:lvl6pPr algn="ctr">
              <a:buNone/>
              <a:defRPr sz="3300" b="1">
                <a:solidFill>
                  <a:srgbClr val="90677F"/>
                </a:solidFill>
                <a:latin typeface="Bahnschrift"/>
                <a:ea typeface="Bahnschrift"/>
                <a:cs typeface="Bahnschrift"/>
              </a:defRPr>
            </a:lvl6pPr>
            <a:lvl7pPr algn="ctr">
              <a:buNone/>
              <a:defRPr sz="3300" b="1">
                <a:solidFill>
                  <a:srgbClr val="90677F"/>
                </a:solidFill>
                <a:latin typeface="Bahnschrift"/>
                <a:ea typeface="Bahnschrift"/>
                <a:cs typeface="Bahnschrift"/>
              </a:defRPr>
            </a:lvl7pPr>
            <a:lvl8pPr algn="ctr">
              <a:buNone/>
              <a:defRPr sz="3300" b="1">
                <a:solidFill>
                  <a:srgbClr val="90677F"/>
                </a:solidFill>
                <a:latin typeface="Bahnschrift"/>
                <a:ea typeface="Bahnschrift"/>
                <a:cs typeface="Bahnschrift"/>
              </a:defRPr>
            </a:lvl8pPr>
            <a:lvl9pPr algn="ctr">
              <a:buNone/>
              <a:defRPr sz="3300" b="1">
                <a:solidFill>
                  <a:srgbClr val="90677F"/>
                </a:solidFill>
                <a:latin typeface="Bahnschrift"/>
                <a:ea typeface="Bahnschrift"/>
                <a:cs typeface="Bahnschrift"/>
              </a:defRPr>
            </a:lvl9pPr>
          </a:lstStyle>
          <a:p>
            <a:pPr algn="ctr">
              <a:buNone/>
              <a:defRPr sz="3960" b="1">
                <a:solidFill>
                  <a:srgbClr val="90677F"/>
                </a:solidFill>
                <a:latin typeface="Bahnschrift"/>
                <a:ea typeface="Bahnschrift"/>
                <a:cs typeface="Bahnschrift"/>
              </a:defRPr>
            </a:pPr>
            <a:r>
              <a:rPr sz="3960" b="1">
                <a:solidFill>
                  <a:srgbClr val="90677F"/>
                </a:solidFill>
                <a:latin typeface="Bahnschrift"/>
                <a:ea typeface="Bahnschrift"/>
                <a:cs typeface="Bahnschrift"/>
              </a:rPr>
              <a:t>D</a:t>
            </a:r>
          </a:p>
        </p:txBody>
      </p:sp>
      <p:sp>
        <p:nvSpPr>
          <p:cNvPr id="18" name="closing-word-Do">
            <a:extLst>
              <a:ext uri="{FF2B5EF4-FFF2-40B4-BE49-F238E27FC236}">
                <a16:creationId xmlns:a16="http://schemas.microsoft.com/office/drawing/2014/main" id="{2E1DAB36-7492-41AF-8E45-662577AE86CF}"/>
              </a:ext>
            </a:extLst>
          </p:cNvPr>
          <p:cNvSpPr>
            <a:spLocks noGrp="1"/>
          </p:cNvSpPr>
          <p:nvPr/>
        </p:nvSpPr>
        <p:spPr>
          <a:xfrm>
            <a:off x="9886950" y="1238250"/>
            <a:ext cx="666750" cy="266700"/>
          </a:xfrm>
          <a:prstGeom prst="rect">
            <a:avLst/>
          </a:prstGeom>
          <a:noFill/>
          <a:ln w="0">
            <a:noFill/>
          </a:ln>
        </p:spPr>
        <p:txBody>
          <a:bodyPr wrap="none" lIns="0" tIns="0" rIns="0" bIns="0" anchor="t">
            <a:noAutofit/>
          </a:bodyPr>
          <a:lstStyle>
            <a:defPPr algn="ctr">
              <a:defRPr sz="1500">
                <a:solidFill>
                  <a:srgbClr val="90677F"/>
                </a:solidFill>
                <a:latin typeface="Bahnschrift"/>
                <a:ea typeface="Bahnschrift"/>
                <a:cs typeface="Bahnschrift"/>
              </a:defRPr>
            </a:defPPr>
            <a:lvl1pPr algn="ctr">
              <a:buNone/>
              <a:defRPr sz="1500">
                <a:solidFill>
                  <a:srgbClr val="90677F"/>
                </a:solidFill>
                <a:latin typeface="Bahnschrift"/>
                <a:ea typeface="Bahnschrift"/>
                <a:cs typeface="Bahnschrift"/>
              </a:defRPr>
            </a:lvl1pPr>
            <a:lvl2pPr algn="ctr">
              <a:buNone/>
              <a:defRPr sz="1500">
                <a:solidFill>
                  <a:srgbClr val="90677F"/>
                </a:solidFill>
                <a:latin typeface="Bahnschrift"/>
                <a:ea typeface="Bahnschrift"/>
                <a:cs typeface="Bahnschrift"/>
              </a:defRPr>
            </a:lvl2pPr>
            <a:lvl3pPr algn="ctr">
              <a:buNone/>
              <a:defRPr sz="1500">
                <a:solidFill>
                  <a:srgbClr val="90677F"/>
                </a:solidFill>
                <a:latin typeface="Bahnschrift"/>
                <a:ea typeface="Bahnschrift"/>
                <a:cs typeface="Bahnschrift"/>
              </a:defRPr>
            </a:lvl3pPr>
            <a:lvl4pPr algn="ctr">
              <a:buNone/>
              <a:defRPr sz="1500">
                <a:solidFill>
                  <a:srgbClr val="90677F"/>
                </a:solidFill>
                <a:latin typeface="Bahnschrift"/>
                <a:ea typeface="Bahnschrift"/>
                <a:cs typeface="Bahnschrift"/>
              </a:defRPr>
            </a:lvl4pPr>
            <a:lvl5pPr algn="ctr">
              <a:buNone/>
              <a:defRPr sz="1500">
                <a:solidFill>
                  <a:srgbClr val="90677F"/>
                </a:solidFill>
                <a:latin typeface="Bahnschrift"/>
                <a:ea typeface="Bahnschrift"/>
                <a:cs typeface="Bahnschrift"/>
              </a:defRPr>
            </a:lvl5pPr>
            <a:lvl6pPr algn="ctr">
              <a:buNone/>
              <a:defRPr sz="1500">
                <a:solidFill>
                  <a:srgbClr val="90677F"/>
                </a:solidFill>
                <a:latin typeface="Bahnschrift"/>
                <a:ea typeface="Bahnschrift"/>
                <a:cs typeface="Bahnschrift"/>
              </a:defRPr>
            </a:lvl6pPr>
            <a:lvl7pPr algn="ctr">
              <a:buNone/>
              <a:defRPr sz="1500">
                <a:solidFill>
                  <a:srgbClr val="90677F"/>
                </a:solidFill>
                <a:latin typeface="Bahnschrift"/>
                <a:ea typeface="Bahnschrift"/>
                <a:cs typeface="Bahnschrift"/>
              </a:defRPr>
            </a:lvl7pPr>
            <a:lvl8pPr algn="ctr">
              <a:buNone/>
              <a:defRPr sz="1500">
                <a:solidFill>
                  <a:srgbClr val="90677F"/>
                </a:solidFill>
                <a:latin typeface="Bahnschrift"/>
                <a:ea typeface="Bahnschrift"/>
                <a:cs typeface="Bahnschrift"/>
              </a:defRPr>
            </a:lvl8pPr>
            <a:lvl9pPr algn="ctr">
              <a:buNone/>
              <a:defRPr sz="1500">
                <a:solidFill>
                  <a:srgbClr val="90677F"/>
                </a:solidFill>
                <a:latin typeface="Bahnschrift"/>
                <a:ea typeface="Bahnschrift"/>
                <a:cs typeface="Bahnschrift"/>
              </a:defRPr>
            </a:lvl9pPr>
          </a:lstStyle>
          <a:p>
            <a:pPr algn="ctr">
              <a:buNone/>
              <a:defRPr sz="1500">
                <a:solidFill>
                  <a:srgbClr val="90677F"/>
                </a:solidFill>
                <a:latin typeface="Bahnschrift"/>
                <a:ea typeface="Bahnschrift"/>
                <a:cs typeface="Bahnschrift"/>
              </a:defRPr>
            </a:pPr>
            <a:r>
              <a:rPr sz="1500">
                <a:solidFill>
                  <a:srgbClr val="90677F"/>
                </a:solidFill>
                <a:latin typeface="Bahnschrift"/>
                <a:ea typeface="Bahnschrift"/>
                <a:cs typeface="Bahnschrift"/>
              </a:rPr>
              <a:t>Do</a:t>
            </a:r>
          </a:p>
        </p:txBody>
      </p:sp>
      <p:sp>
        <p:nvSpPr>
          <p:cNvPr id="19" name="closing-mark-S">
            <a:extLst>
              <a:ext uri="{FF2B5EF4-FFF2-40B4-BE49-F238E27FC236}">
                <a16:creationId xmlns:a16="http://schemas.microsoft.com/office/drawing/2014/main" id="{6B37A128-8795-4BE1-B9D7-DE4DB4AD22DD}"/>
              </a:ext>
            </a:extLst>
          </p:cNvPr>
          <p:cNvSpPr>
            <a:spLocks noGrp="1"/>
          </p:cNvSpPr>
          <p:nvPr/>
        </p:nvSpPr>
        <p:spPr>
          <a:xfrm>
            <a:off x="10782300" y="551498"/>
            <a:ext cx="666750" cy="762000"/>
          </a:xfrm>
          <a:prstGeom prst="rect">
            <a:avLst/>
          </a:prstGeom>
          <a:noFill/>
          <a:ln w="0">
            <a:noFill/>
          </a:ln>
        </p:spPr>
        <p:txBody>
          <a:bodyPr wrap="none" lIns="0" tIns="0" rIns="0" bIns="0" anchor="t">
            <a:noAutofit/>
          </a:bodyPr>
          <a:lstStyle>
            <a:defPPr algn="ctr">
              <a:defRPr sz="3960" b="1">
                <a:solidFill>
                  <a:srgbClr val="A27690"/>
                </a:solidFill>
                <a:latin typeface="Bahnschrift"/>
                <a:ea typeface="Bahnschrift"/>
                <a:cs typeface="Bahnschrift"/>
              </a:defRPr>
            </a:defPPr>
            <a:lvl1pPr algn="ctr">
              <a:buNone/>
              <a:defRPr sz="3300" b="1">
                <a:solidFill>
                  <a:srgbClr val="A27690"/>
                </a:solidFill>
                <a:latin typeface="Bahnschrift"/>
                <a:ea typeface="Bahnschrift"/>
                <a:cs typeface="Bahnschrift"/>
              </a:defRPr>
            </a:lvl1pPr>
            <a:lvl2pPr algn="ctr">
              <a:buNone/>
              <a:defRPr sz="3300" b="1">
                <a:solidFill>
                  <a:srgbClr val="A27690"/>
                </a:solidFill>
                <a:latin typeface="Bahnschrift"/>
                <a:ea typeface="Bahnschrift"/>
                <a:cs typeface="Bahnschrift"/>
              </a:defRPr>
            </a:lvl2pPr>
            <a:lvl3pPr algn="ctr">
              <a:buNone/>
              <a:defRPr sz="3300" b="1">
                <a:solidFill>
                  <a:srgbClr val="A27690"/>
                </a:solidFill>
                <a:latin typeface="Bahnschrift"/>
                <a:ea typeface="Bahnschrift"/>
                <a:cs typeface="Bahnschrift"/>
              </a:defRPr>
            </a:lvl3pPr>
            <a:lvl4pPr algn="ctr">
              <a:buNone/>
              <a:defRPr sz="3300" b="1">
                <a:solidFill>
                  <a:srgbClr val="A27690"/>
                </a:solidFill>
                <a:latin typeface="Bahnschrift"/>
                <a:ea typeface="Bahnschrift"/>
                <a:cs typeface="Bahnschrift"/>
              </a:defRPr>
            </a:lvl4pPr>
            <a:lvl5pPr algn="ctr">
              <a:buNone/>
              <a:defRPr sz="3300" b="1">
                <a:solidFill>
                  <a:srgbClr val="A27690"/>
                </a:solidFill>
                <a:latin typeface="Bahnschrift"/>
                <a:ea typeface="Bahnschrift"/>
                <a:cs typeface="Bahnschrift"/>
              </a:defRPr>
            </a:lvl5pPr>
            <a:lvl6pPr algn="ctr">
              <a:buNone/>
              <a:defRPr sz="3300" b="1">
                <a:solidFill>
                  <a:srgbClr val="A27690"/>
                </a:solidFill>
                <a:latin typeface="Bahnschrift"/>
                <a:ea typeface="Bahnschrift"/>
                <a:cs typeface="Bahnschrift"/>
              </a:defRPr>
            </a:lvl6pPr>
            <a:lvl7pPr algn="ctr">
              <a:buNone/>
              <a:defRPr sz="3300" b="1">
                <a:solidFill>
                  <a:srgbClr val="A27690"/>
                </a:solidFill>
                <a:latin typeface="Bahnschrift"/>
                <a:ea typeface="Bahnschrift"/>
                <a:cs typeface="Bahnschrift"/>
              </a:defRPr>
            </a:lvl7pPr>
            <a:lvl8pPr algn="ctr">
              <a:buNone/>
              <a:defRPr sz="3300" b="1">
                <a:solidFill>
                  <a:srgbClr val="A27690"/>
                </a:solidFill>
                <a:latin typeface="Bahnschrift"/>
                <a:ea typeface="Bahnschrift"/>
                <a:cs typeface="Bahnschrift"/>
              </a:defRPr>
            </a:lvl8pPr>
            <a:lvl9pPr algn="ctr">
              <a:buNone/>
              <a:defRPr sz="3300" b="1">
                <a:solidFill>
                  <a:srgbClr val="A27690"/>
                </a:solidFill>
                <a:latin typeface="Bahnschrift"/>
                <a:ea typeface="Bahnschrift"/>
                <a:cs typeface="Bahnschrift"/>
              </a:defRPr>
            </a:lvl9pPr>
          </a:lstStyle>
          <a:p>
            <a:pPr algn="ctr">
              <a:buNone/>
              <a:defRPr sz="3960" b="1">
                <a:solidFill>
                  <a:srgbClr val="A27690"/>
                </a:solidFill>
                <a:latin typeface="Bahnschrift"/>
                <a:ea typeface="Bahnschrift"/>
                <a:cs typeface="Bahnschrift"/>
              </a:defRPr>
            </a:pPr>
            <a:r>
              <a:rPr sz="3960" b="1">
                <a:solidFill>
                  <a:srgbClr val="A27690"/>
                </a:solidFill>
                <a:latin typeface="Bahnschrift"/>
                <a:ea typeface="Bahnschrift"/>
                <a:cs typeface="Bahnschrift"/>
              </a:rPr>
              <a:t>S</a:t>
            </a:r>
          </a:p>
        </p:txBody>
      </p:sp>
      <p:sp>
        <p:nvSpPr>
          <p:cNvPr id="20" name="closing-word-See">
            <a:extLst>
              <a:ext uri="{FF2B5EF4-FFF2-40B4-BE49-F238E27FC236}">
                <a16:creationId xmlns:a16="http://schemas.microsoft.com/office/drawing/2014/main" id="{0CE395D4-6063-4192-AE3D-5BD237CCDF99}"/>
              </a:ext>
            </a:extLst>
          </p:cNvPr>
          <p:cNvSpPr>
            <a:spLocks noGrp="1"/>
          </p:cNvSpPr>
          <p:nvPr/>
        </p:nvSpPr>
        <p:spPr>
          <a:xfrm>
            <a:off x="10782300" y="1238250"/>
            <a:ext cx="666750" cy="266700"/>
          </a:xfrm>
          <a:prstGeom prst="rect">
            <a:avLst/>
          </a:prstGeom>
          <a:noFill/>
          <a:ln w="0">
            <a:noFill/>
          </a:ln>
        </p:spPr>
        <p:txBody>
          <a:bodyPr wrap="none" lIns="0" tIns="0" rIns="0" bIns="0" anchor="t">
            <a:noAutofit/>
          </a:bodyPr>
          <a:lstStyle>
            <a:defPPr algn="ctr">
              <a:defRPr sz="1500">
                <a:solidFill>
                  <a:srgbClr val="A27690"/>
                </a:solidFill>
                <a:latin typeface="Bahnschrift"/>
                <a:ea typeface="Bahnschrift"/>
                <a:cs typeface="Bahnschrift"/>
              </a:defRPr>
            </a:defPPr>
            <a:lvl1pPr algn="ctr">
              <a:buNone/>
              <a:defRPr sz="1500">
                <a:solidFill>
                  <a:srgbClr val="A27690"/>
                </a:solidFill>
                <a:latin typeface="Bahnschrift"/>
                <a:ea typeface="Bahnschrift"/>
                <a:cs typeface="Bahnschrift"/>
              </a:defRPr>
            </a:lvl1pPr>
            <a:lvl2pPr algn="ctr">
              <a:buNone/>
              <a:defRPr sz="1500">
                <a:solidFill>
                  <a:srgbClr val="A27690"/>
                </a:solidFill>
                <a:latin typeface="Bahnschrift"/>
                <a:ea typeface="Bahnschrift"/>
                <a:cs typeface="Bahnschrift"/>
              </a:defRPr>
            </a:lvl2pPr>
            <a:lvl3pPr algn="ctr">
              <a:buNone/>
              <a:defRPr sz="1500">
                <a:solidFill>
                  <a:srgbClr val="A27690"/>
                </a:solidFill>
                <a:latin typeface="Bahnschrift"/>
                <a:ea typeface="Bahnschrift"/>
                <a:cs typeface="Bahnschrift"/>
              </a:defRPr>
            </a:lvl3pPr>
            <a:lvl4pPr algn="ctr">
              <a:buNone/>
              <a:defRPr sz="1500">
                <a:solidFill>
                  <a:srgbClr val="A27690"/>
                </a:solidFill>
                <a:latin typeface="Bahnschrift"/>
                <a:ea typeface="Bahnschrift"/>
                <a:cs typeface="Bahnschrift"/>
              </a:defRPr>
            </a:lvl4pPr>
            <a:lvl5pPr algn="ctr">
              <a:buNone/>
              <a:defRPr sz="1500">
                <a:solidFill>
                  <a:srgbClr val="A27690"/>
                </a:solidFill>
                <a:latin typeface="Bahnschrift"/>
                <a:ea typeface="Bahnschrift"/>
                <a:cs typeface="Bahnschrift"/>
              </a:defRPr>
            </a:lvl5pPr>
            <a:lvl6pPr algn="ctr">
              <a:buNone/>
              <a:defRPr sz="1500">
                <a:solidFill>
                  <a:srgbClr val="A27690"/>
                </a:solidFill>
                <a:latin typeface="Bahnschrift"/>
                <a:ea typeface="Bahnschrift"/>
                <a:cs typeface="Bahnschrift"/>
              </a:defRPr>
            </a:lvl6pPr>
            <a:lvl7pPr algn="ctr">
              <a:buNone/>
              <a:defRPr sz="1500">
                <a:solidFill>
                  <a:srgbClr val="A27690"/>
                </a:solidFill>
                <a:latin typeface="Bahnschrift"/>
                <a:ea typeface="Bahnschrift"/>
                <a:cs typeface="Bahnschrift"/>
              </a:defRPr>
            </a:lvl7pPr>
            <a:lvl8pPr algn="ctr">
              <a:buNone/>
              <a:defRPr sz="1500">
                <a:solidFill>
                  <a:srgbClr val="A27690"/>
                </a:solidFill>
                <a:latin typeface="Bahnschrift"/>
                <a:ea typeface="Bahnschrift"/>
                <a:cs typeface="Bahnschrift"/>
              </a:defRPr>
            </a:lvl8pPr>
            <a:lvl9pPr algn="ctr">
              <a:buNone/>
              <a:defRPr sz="1500">
                <a:solidFill>
                  <a:srgbClr val="A27690"/>
                </a:solidFill>
                <a:latin typeface="Bahnschrift"/>
                <a:ea typeface="Bahnschrift"/>
                <a:cs typeface="Bahnschrift"/>
              </a:defRPr>
            </a:lvl9pPr>
          </a:lstStyle>
          <a:p>
            <a:pPr algn="ctr">
              <a:buNone/>
              <a:defRPr sz="1500">
                <a:solidFill>
                  <a:srgbClr val="A27690"/>
                </a:solidFill>
                <a:latin typeface="Bahnschrift"/>
                <a:ea typeface="Bahnschrift"/>
                <a:cs typeface="Bahnschrift"/>
              </a:defRPr>
            </a:pPr>
            <a:r>
              <a:rPr sz="1500">
                <a:solidFill>
                  <a:srgbClr val="A27690"/>
                </a:solidFill>
                <a:latin typeface="Bahnschrift"/>
                <a:ea typeface="Bahnschrift"/>
                <a:cs typeface="Bahnschrift"/>
              </a:rPr>
              <a:t>See</a:t>
            </a:r>
          </a:p>
        </p:txBody>
      </p:sp>
      <p:sp>
        <p:nvSpPr>
          <p:cNvPr id="21" name="brand-footer-11">
            <a:extLst>
              <a:ext uri="{FF2B5EF4-FFF2-40B4-BE49-F238E27FC236}">
                <a16:creationId xmlns:a16="http://schemas.microsoft.com/office/drawing/2014/main" id="{2C4EA739-F2B3-408C-B6AE-C289387FD47E}"/>
              </a:ext>
            </a:extLst>
          </p:cNvPr>
          <p:cNvSpPr>
            <a:spLocks noGrp="1"/>
          </p:cNvSpPr>
          <p:nvPr/>
        </p:nvSpPr>
        <p:spPr>
          <a:xfrm>
            <a:off x="10896600" y="6336000"/>
            <a:ext cx="685800" cy="247650"/>
          </a:xfrm>
          <a:prstGeom prst="rect">
            <a:avLst/>
          </a:prstGeom>
          <a:noFill/>
          <a:ln w="0">
            <a:noFill/>
          </a:ln>
        </p:spPr>
        <p:txBody>
          <a:bodyPr wrap="none" lIns="0" tIns="0" rIns="0" bIns="0" anchor="t">
            <a:noAutofit/>
          </a:bodyPr>
          <a:lstStyle>
            <a:defPPr algn="r">
              <a:defRPr sz="1500" i="1">
                <a:solidFill>
                  <a:srgbClr val="8E6077"/>
                </a:solidFill>
                <a:latin typeface="Bahnschrift"/>
                <a:ea typeface="Bahnschrift"/>
                <a:cs typeface="Bahnschrift"/>
              </a:defRPr>
            </a:defPPr>
            <a:lvl1pPr algn="r">
              <a:buNone/>
              <a:defRPr sz="1500" i="1">
                <a:solidFill>
                  <a:srgbClr val="8E6077"/>
                </a:solidFill>
                <a:latin typeface="Bahnschrift"/>
                <a:ea typeface="Bahnschrift"/>
                <a:cs typeface="Bahnschrift"/>
              </a:defRPr>
            </a:lvl1pPr>
            <a:lvl2pPr algn="r">
              <a:buNone/>
              <a:defRPr sz="1500" i="1">
                <a:solidFill>
                  <a:srgbClr val="8E6077"/>
                </a:solidFill>
                <a:latin typeface="Bahnschrift"/>
                <a:ea typeface="Bahnschrift"/>
                <a:cs typeface="Bahnschrift"/>
              </a:defRPr>
            </a:lvl2pPr>
            <a:lvl3pPr algn="r">
              <a:buNone/>
              <a:defRPr sz="1500" i="1">
                <a:solidFill>
                  <a:srgbClr val="8E6077"/>
                </a:solidFill>
                <a:latin typeface="Bahnschrift"/>
                <a:ea typeface="Bahnschrift"/>
                <a:cs typeface="Bahnschrift"/>
              </a:defRPr>
            </a:lvl3pPr>
            <a:lvl4pPr algn="r">
              <a:buNone/>
              <a:defRPr sz="1500" i="1">
                <a:solidFill>
                  <a:srgbClr val="8E6077"/>
                </a:solidFill>
                <a:latin typeface="Bahnschrift"/>
                <a:ea typeface="Bahnschrift"/>
                <a:cs typeface="Bahnschrift"/>
              </a:defRPr>
            </a:lvl4pPr>
            <a:lvl5pPr algn="r">
              <a:buNone/>
              <a:defRPr sz="1500" i="1">
                <a:solidFill>
                  <a:srgbClr val="8E6077"/>
                </a:solidFill>
                <a:latin typeface="Bahnschrift"/>
                <a:ea typeface="Bahnschrift"/>
                <a:cs typeface="Bahnschrift"/>
              </a:defRPr>
            </a:lvl5pPr>
            <a:lvl6pPr algn="r">
              <a:buNone/>
              <a:defRPr sz="1500" i="1">
                <a:solidFill>
                  <a:srgbClr val="8E6077"/>
                </a:solidFill>
                <a:latin typeface="Bahnschrift"/>
                <a:ea typeface="Bahnschrift"/>
                <a:cs typeface="Bahnschrift"/>
              </a:defRPr>
            </a:lvl6pPr>
            <a:lvl7pPr algn="r">
              <a:buNone/>
              <a:defRPr sz="1500" i="1">
                <a:solidFill>
                  <a:srgbClr val="8E6077"/>
                </a:solidFill>
                <a:latin typeface="Bahnschrift"/>
                <a:ea typeface="Bahnschrift"/>
                <a:cs typeface="Bahnschrift"/>
              </a:defRPr>
            </a:lvl7pPr>
            <a:lvl8pPr algn="r">
              <a:buNone/>
              <a:defRPr sz="1500" i="1">
                <a:solidFill>
                  <a:srgbClr val="8E6077"/>
                </a:solidFill>
                <a:latin typeface="Bahnschrift"/>
                <a:ea typeface="Bahnschrift"/>
                <a:cs typeface="Bahnschrift"/>
              </a:defRPr>
            </a:lvl8pPr>
            <a:lvl9pPr algn="r">
              <a:buNone/>
              <a:defRPr sz="1500" i="1">
                <a:solidFill>
                  <a:srgbClr val="8E6077"/>
                </a:solidFill>
                <a:latin typeface="Bahnschrift"/>
                <a:ea typeface="Bahnschrift"/>
                <a:cs typeface="Bahnschrift"/>
              </a:defRPr>
            </a:lvl9pPr>
          </a:lstStyle>
          <a:p>
            <a:pPr algn="r">
              <a:buNone/>
              <a:defRPr sz="1500" i="1">
                <a:solidFill>
                  <a:srgbClr val="8E6077"/>
                </a:solidFill>
                <a:latin typeface="Bahnschrift"/>
                <a:ea typeface="Bahnschrift"/>
                <a:cs typeface="Bahnschrift"/>
              </a:defRPr>
            </a:pPr>
            <a:r>
              <a:rPr sz="1500" i="1">
                <a:solidFill>
                  <a:srgbClr val="8E6077"/>
                </a:solidFill>
                <a:latin typeface="Bahnschrift"/>
                <a:ea typeface="Bahnschrift"/>
                <a:cs typeface="Bahnschrift"/>
              </a:rPr>
              <a:t>PDS.</a:t>
            </a:r>
          </a:p>
        </p:txBody>
      </p:sp>
    </p:spTree>
    <p:extLst>
      <p:ext uri="{BB962C8B-B14F-4D97-AF65-F5344CB8AC3E}">
        <p14:creationId xmlns:p14="http://schemas.microsoft.com/office/powerpoint/2010/main" val="1088347479"/>
      </p:ext>
    </p:extLst>
  </p:cSld>
  <p:clrMapOvr>
    <a:masterClrMapping/>
  </p:clrMapOvr>
</p:sld>
</file>

<file path=ppt/theme/theme1.xml><?xml version="1.0" encoding="utf-8"?>
<a:theme xmlns:a="http://schemas.openxmlformats.org/drawingml/2006/main" name="ChatGPT">
  <a:themeElements>
    <a:clrScheme name="PDS Rose Harmony">
      <a:dk1>
        <a:srgbClr val="37313D"/>
      </a:dk1>
      <a:lt1>
        <a:srgbClr val="FFFFFF"/>
      </a:lt1>
      <a:dk2>
        <a:srgbClr val="8E6077"/>
      </a:dk2>
      <a:lt2>
        <a:srgbClr val="FAF9FB"/>
      </a:lt2>
      <a:accent1>
        <a:srgbClr val="8E6077"/>
      </a:accent1>
      <a:accent2>
        <a:srgbClr val="F2E4EB"/>
      </a:accent2>
      <a:accent3>
        <a:srgbClr val="FFFFFF"/>
      </a:accent3>
      <a:accent4>
        <a:srgbClr val="FCF9FB"/>
      </a:accent4>
      <a:accent5>
        <a:srgbClr val="D8AFBF"/>
      </a:accent5>
      <a:accent6>
        <a:srgbClr val="9B7E8C"/>
      </a:accent6>
      <a:hlink>
        <a:srgbClr val="8E6077"/>
      </a:hlink>
      <a:folHlink>
        <a:srgbClr val="8E6077"/>
      </a:folHlink>
    </a:clrScheme>
    <a:fontScheme name="">
      <a:majorFont>
        <a:latin typeface="Malgun Gothic"/>
        <a:ea typeface=""/>
        <a:cs typeface=""/>
      </a:majorFont>
      <a:minorFont>
        <a:latin typeface="Malgun Gothic"/>
        <a:ea typeface=""/>
        <a:cs typeface=""/>
      </a:minorFont>
    </a:fontScheme>
    <a:fmtScheme name="PDS Rose Harmon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09550" dist="76200" dir="5400000">
              <a:srgbClr val="37313D">
                <a:alpha val="10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PDS Rose Harmony">
      <a:dk1>
        <a:srgbClr val="37313D"/>
      </a:dk1>
      <a:lt1>
        <a:srgbClr val="FFFFFF"/>
      </a:lt1>
      <a:dk2>
        <a:srgbClr val="8E6077"/>
      </a:dk2>
      <a:lt2>
        <a:srgbClr val="FAF9FB"/>
      </a:lt2>
      <a:accent1>
        <a:srgbClr val="8E6077"/>
      </a:accent1>
      <a:accent2>
        <a:srgbClr val="F2E4EB"/>
      </a:accent2>
      <a:accent3>
        <a:srgbClr val="FFFFFF"/>
      </a:accent3>
      <a:accent4>
        <a:srgbClr val="FCF9FB"/>
      </a:accent4>
      <a:accent5>
        <a:srgbClr val="D8AFBF"/>
      </a:accent5>
      <a:accent6>
        <a:srgbClr val="9B7E8C"/>
      </a:accent6>
      <a:hlink>
        <a:srgbClr val="8E6077"/>
      </a:hlink>
      <a:folHlink>
        <a:srgbClr val="8E6077"/>
      </a:folHlink>
    </a:clrScheme>
    <a:fontScheme name="">
      <a:majorFont>
        <a:latin typeface="Malgun Gothic"/>
        <a:ea typeface=""/>
        <a:cs typeface=""/>
      </a:majorFont>
      <a:minorFont>
        <a:latin typeface="Malgun Gothic"/>
        <a:ea typeface=""/>
        <a:cs typeface=""/>
      </a:minorFont>
    </a:fontScheme>
    <a:fmtScheme name="PDS Rose Harmon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09550" dist="76200" dir="5400000">
              <a:srgbClr val="37313D">
                <a:alpha val="10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1632</Words>
  <Application>Microsoft Office PowerPoint</Application>
  <DocSecurity>0</DocSecurity>
  <PresentationFormat>와이드스크린</PresentationFormat>
  <Paragraphs>241</Paragraphs>
  <Slides>11</Slides>
  <Notes>11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Malgun Gothic</vt:lpstr>
      <vt:lpstr>Bahnschrift</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PDS 개발 발표</dc:title>
  <dc:creator>배주형</dc:creator>
  <lastModifiedBy>배주형</lastModifiedBy>
  <revision>1</revision>
  <dcterms:created xsi:type="dcterms:W3CDTF">2026-10-25T13:03:50.0000000Z</dcterms:created>
  <dcterms:modified xsi:type="dcterms:W3CDTF">2026-10-25T13:04:09.0000000Z</dcterms:modified>
</coreProperties>
</file>